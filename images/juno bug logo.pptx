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8" r:id="rId4"/>
    <p:sldId id="257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44" autoAdjust="0"/>
    <p:restoredTop sz="94660"/>
  </p:normalViewPr>
  <p:slideViewPr>
    <p:cSldViewPr snapToGrid="0">
      <p:cViewPr varScale="1">
        <p:scale>
          <a:sx n="147" d="100"/>
          <a:sy n="147" d="100"/>
        </p:scale>
        <p:origin x="28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14CBD7-37A1-ED1A-496B-F32BACE695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E5B1FF6-C601-B6D1-1081-A0EC128FF3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06F33-2CFF-A1E7-33C6-F619B85DC1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631A4-210E-4433-975B-A06E388530ED}" type="datetimeFigureOut">
              <a:rPr lang="en-NZ" smtClean="0"/>
              <a:t>25/08/2026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067C70-48C6-3C1F-4680-A082019663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08448C-1E02-7A64-F8E6-726F1FA67A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01801-09F4-49E4-8FAF-9402594EE7E8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7359282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52A09-5EDE-66B7-7066-CDE1439216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C0760-5CE9-A913-79D1-451F8B5761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A608B-840C-696F-A232-C8BA7C141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631A4-210E-4433-975B-A06E388530ED}" type="datetimeFigureOut">
              <a:rPr lang="en-NZ" smtClean="0"/>
              <a:t>25/08/2026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3FD4B4-D3E6-605E-B77A-68CA49FFA7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191FB1-E623-A2AF-1122-A281D0710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01801-09F4-49E4-8FAF-9402594EE7E8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40273113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FACFC1-EE9F-A994-67CC-041EDDE22D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7FF234-EBB5-8816-2636-31756533C0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EDF46D-7C9E-2C88-C31F-96BF223CDB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631A4-210E-4433-975B-A06E388530ED}" type="datetimeFigureOut">
              <a:rPr lang="en-NZ" smtClean="0"/>
              <a:t>25/08/2026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AA05E3-56E8-8962-3112-6E9BB898C4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BBC732-2494-5425-AACC-66E9DCB4AC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01801-09F4-49E4-8FAF-9402594EE7E8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761036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9D199-70CB-F57D-173C-C687B7DB5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972711-4410-B35C-F882-925C52541AC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5EFEBA-43D7-F91A-3174-2A3ADD54DB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AD0EB3-BA0C-AE7C-3928-9A463B0DEC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631A4-210E-4433-975B-A06E388530ED}" type="datetimeFigureOut">
              <a:rPr lang="en-NZ" smtClean="0"/>
              <a:t>25/08/2026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BDB06A-8074-BBD5-0411-3846B39DDB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211025-D154-9B68-7443-4D5943598D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01801-09F4-49E4-8FAF-9402594EE7E8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5720421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97C38B-6C7A-7B50-BC32-7E54E2D9CE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38079B-3E3D-562B-3163-FB4E1DA45B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5A2E1C-EFFB-48C7-A975-CCC73FA7E5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6DF5CE3-E4FF-EA11-83C6-757214992D8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27F6DD-2FF5-F928-11AD-ACB33308BE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3DDDFFA-F77D-AFB7-72A1-043419476C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631A4-210E-4433-975B-A06E388530ED}" type="datetimeFigureOut">
              <a:rPr lang="en-NZ" smtClean="0"/>
              <a:t>25/08/2026</a:t>
            </a:fld>
            <a:endParaRPr lang="en-NZ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BF73263-F83E-38E6-6D99-E64FE94D1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3BAA416-5A20-3954-FF51-1B1DE3135C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01801-09F4-49E4-8FAF-9402594EE7E8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41213609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9DC9C5-386A-2563-1077-865479F94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00BA14-1F74-79C6-0B84-672B403464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631A4-210E-4433-975B-A06E388530ED}" type="datetimeFigureOut">
              <a:rPr lang="en-NZ" smtClean="0"/>
              <a:t>25/08/2026</a:t>
            </a:fld>
            <a:endParaRPr lang="en-NZ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3820E1-CFA1-1082-5F3E-63F427C485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FE8141-6F90-5288-B6B8-9B445C955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01801-09F4-49E4-8FAF-9402594EE7E8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771960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0C1AD37-E10B-7F08-FC97-6066D03D4F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631A4-210E-4433-975B-A06E388530ED}" type="datetimeFigureOut">
              <a:rPr lang="en-NZ" smtClean="0"/>
              <a:t>25/08/2026</a:t>
            </a:fld>
            <a:endParaRPr lang="en-NZ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A57260-218D-D1AA-43B6-73E37D8556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1B3988-0299-1926-F6EA-AE6A7F98B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01801-09F4-49E4-8FAF-9402594EE7E8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4723913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5504BB-EA31-0065-BCCE-747CAD1C9F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0583A7-F87E-8CAE-B731-2BDC7F0E7B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AA065CE-BDB5-A4F3-15FF-DE7AB3694A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3FA41F-C981-D368-C6A0-D141803E8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631A4-210E-4433-975B-A06E388530ED}" type="datetimeFigureOut">
              <a:rPr lang="en-NZ" smtClean="0"/>
              <a:t>25/08/2026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728E6E-AA12-577D-6590-A616742DB9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FBA522-C799-18E3-781B-5D89957E8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01801-09F4-49E4-8FAF-9402594EE7E8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0343368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96F2FE-4E40-C81A-FF1C-7285AFF865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DFF5A44-97AC-B0E5-5DD3-50453E3AFC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E5BFE9-BF16-FCAD-8749-047D461636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8B4D87-BF53-4B32-FB13-7DA6D48ADA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631A4-210E-4433-975B-A06E388530ED}" type="datetimeFigureOut">
              <a:rPr lang="en-NZ" smtClean="0"/>
              <a:t>25/08/2026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6FF772-F753-8394-66F2-A3B1996813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04DCCD-56AB-090E-4579-E94A076F1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01801-09F4-49E4-8FAF-9402594EE7E8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2931260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4439D-DC10-51A7-0E03-37CE2FCEB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CA0735-793E-F8F2-D882-FC9AF1DEEA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6AB0CF-5B0F-8505-CD72-F8F3AD22F7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631A4-210E-4433-975B-A06E388530ED}" type="datetimeFigureOut">
              <a:rPr lang="en-NZ" smtClean="0"/>
              <a:t>25/08/2026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A9764C-157A-71F6-A2A5-186FE2D3ED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CE7E0-EE3F-37A9-EE34-771D3C1D90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01801-09F4-49E4-8FAF-9402594EE7E8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7312610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8558049-F110-7FFE-519E-E5A39CCA91C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31454D-3A1D-C357-08BC-D2DA96470D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19EDA5-7F2E-FA9C-651E-B71910F70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1631A4-210E-4433-975B-A06E388530ED}" type="datetimeFigureOut">
              <a:rPr lang="en-NZ" smtClean="0"/>
              <a:t>25/08/2026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0B2CF6-2189-0BB4-7F24-C1F55192A6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B7E0D3-F398-011C-2597-BC4E5AA1CB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01801-09F4-49E4-8FAF-9402594EE7E8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9853524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CBC9A9-8EF4-3CA3-4BA1-BE8CD4F9D1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CD07E7-D7A2-97CF-164E-7AB47883CD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622179-B73D-A15D-C282-8505389432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1631A4-210E-4433-975B-A06E388530ED}" type="datetimeFigureOut">
              <a:rPr lang="en-NZ" smtClean="0"/>
              <a:t>25/08/2026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52CCB1-32D0-AE07-CA83-F4538EC5AF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234DD6-4BFD-A9ED-B420-329539E1D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101801-09F4-49E4-8FAF-9402594EE7E8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42916652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0" name="Group 199">
            <a:extLst>
              <a:ext uri="{FF2B5EF4-FFF2-40B4-BE49-F238E27FC236}">
                <a16:creationId xmlns:a16="http://schemas.microsoft.com/office/drawing/2014/main" id="{6D7F3C23-DDDB-19B3-F1F2-F34D6211C924}"/>
              </a:ext>
            </a:extLst>
          </p:cNvPr>
          <p:cNvGrpSpPr/>
          <p:nvPr/>
        </p:nvGrpSpPr>
        <p:grpSpPr>
          <a:xfrm>
            <a:off x="1572114" y="876164"/>
            <a:ext cx="3627157" cy="3810000"/>
            <a:chOff x="1572114" y="876164"/>
            <a:chExt cx="3627157" cy="3810000"/>
          </a:xfrm>
        </p:grpSpPr>
        <p:pic>
          <p:nvPicPr>
            <p:cNvPr id="98" name="Picture 97">
              <a:extLst>
                <a:ext uri="{FF2B5EF4-FFF2-40B4-BE49-F238E27FC236}">
                  <a16:creationId xmlns:a16="http://schemas.microsoft.com/office/drawing/2014/main" id="{4D9FD94C-BA54-73B2-34AA-6977C7397EF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788" r="16127"/>
            <a:stretch>
              <a:fillRect/>
            </a:stretch>
          </p:blipFill>
          <p:spPr>
            <a:xfrm>
              <a:off x="2091997" y="876164"/>
              <a:ext cx="2594042" cy="3810000"/>
            </a:xfrm>
            <a:prstGeom prst="rect">
              <a:avLst/>
            </a:prstGeom>
          </p:spPr>
        </p:pic>
        <p:grpSp>
          <p:nvGrpSpPr>
            <p:cNvPr id="188" name="Group 187">
              <a:extLst>
                <a:ext uri="{FF2B5EF4-FFF2-40B4-BE49-F238E27FC236}">
                  <a16:creationId xmlns:a16="http://schemas.microsoft.com/office/drawing/2014/main" id="{67D5D3FD-C692-0BFF-AE8D-1FD326338B3F}"/>
                </a:ext>
              </a:extLst>
            </p:cNvPr>
            <p:cNvGrpSpPr/>
            <p:nvPr/>
          </p:nvGrpSpPr>
          <p:grpSpPr>
            <a:xfrm>
              <a:off x="1572114" y="1745136"/>
              <a:ext cx="591053" cy="2470190"/>
              <a:chOff x="1763631" y="2008038"/>
              <a:chExt cx="591053" cy="2470190"/>
            </a:xfrm>
          </p:grpSpPr>
          <p:sp>
            <p:nvSpPr>
              <p:cNvPr id="133" name="Freeform: Shape 132">
                <a:extLst>
                  <a:ext uri="{FF2B5EF4-FFF2-40B4-BE49-F238E27FC236}">
                    <a16:creationId xmlns:a16="http://schemas.microsoft.com/office/drawing/2014/main" id="{467F0594-14C0-D6C6-74FF-9BFA8729E13D}"/>
                  </a:ext>
                </a:extLst>
              </p:cNvPr>
              <p:cNvSpPr/>
              <p:nvPr/>
            </p:nvSpPr>
            <p:spPr>
              <a:xfrm>
                <a:off x="1923562" y="2302743"/>
                <a:ext cx="257713" cy="2175485"/>
              </a:xfrm>
              <a:custGeom>
                <a:avLst/>
                <a:gdLst>
                  <a:gd name="csX0" fmla="*/ 571913 w 708101"/>
                  <a:gd name="csY0" fmla="*/ 2341123 h 2341123"/>
                  <a:gd name="csX1" fmla="*/ 1224 w 708101"/>
                  <a:gd name="csY1" fmla="*/ 1063557 h 2341123"/>
                  <a:gd name="csX2" fmla="*/ 708101 w 708101"/>
                  <a:gd name="csY2" fmla="*/ 0 h 2341123"/>
                  <a:gd name="csX3" fmla="*/ 708101 w 708101"/>
                  <a:gd name="csY3" fmla="*/ 0 h 234112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708101" h="2341123">
                    <a:moveTo>
                      <a:pt x="571913" y="2341123"/>
                    </a:moveTo>
                    <a:cubicBezTo>
                      <a:pt x="275219" y="1897433"/>
                      <a:pt x="-21474" y="1453744"/>
                      <a:pt x="1224" y="1063557"/>
                    </a:cubicBezTo>
                    <a:cubicBezTo>
                      <a:pt x="23922" y="673370"/>
                      <a:pt x="708101" y="0"/>
                      <a:pt x="708101" y="0"/>
                    </a:cubicBezTo>
                    <a:lnTo>
                      <a:pt x="708101" y="0"/>
                    </a:lnTo>
                  </a:path>
                </a:pathLst>
              </a:custGeom>
              <a:ln w="38100"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1">
                <a:schemeClr val="accent6"/>
              </a:lnRef>
              <a:fillRef idx="0">
                <a:schemeClr val="accent6"/>
              </a:fillRef>
              <a:effectRef idx="0">
                <a:schemeClr val="accent6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34" name="Oval 15">
                <a:extLst>
                  <a:ext uri="{FF2B5EF4-FFF2-40B4-BE49-F238E27FC236}">
                    <a16:creationId xmlns:a16="http://schemas.microsoft.com/office/drawing/2014/main" id="{49EDD626-69AA-158C-513D-16C37316CBD0}"/>
                  </a:ext>
                </a:extLst>
              </p:cNvPr>
              <p:cNvSpPr/>
              <p:nvPr/>
            </p:nvSpPr>
            <p:spPr>
              <a:xfrm rot="19286828">
                <a:off x="1996100" y="3897440"/>
                <a:ext cx="358584" cy="83907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38" name="Oval 15">
                <a:extLst>
                  <a:ext uri="{FF2B5EF4-FFF2-40B4-BE49-F238E27FC236}">
                    <a16:creationId xmlns:a16="http://schemas.microsoft.com/office/drawing/2014/main" id="{96942211-99B6-F2F2-9BD2-64368D84D695}"/>
                  </a:ext>
                </a:extLst>
              </p:cNvPr>
              <p:cNvSpPr/>
              <p:nvPr/>
            </p:nvSpPr>
            <p:spPr>
              <a:xfrm rot="18624200">
                <a:off x="2118585" y="2148778"/>
                <a:ext cx="327199" cy="45719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40" name="Oval 15">
                <a:extLst>
                  <a:ext uri="{FF2B5EF4-FFF2-40B4-BE49-F238E27FC236}">
                    <a16:creationId xmlns:a16="http://schemas.microsoft.com/office/drawing/2014/main" id="{93D0A112-9E76-9454-4EE8-FD39934F9E25}"/>
                  </a:ext>
                </a:extLst>
              </p:cNvPr>
              <p:cNvSpPr/>
              <p:nvPr/>
            </p:nvSpPr>
            <p:spPr>
              <a:xfrm rot="3067841" flipH="1">
                <a:off x="1587804" y="3263939"/>
                <a:ext cx="428121" cy="76467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41" name="Oval 15">
                <a:extLst>
                  <a:ext uri="{FF2B5EF4-FFF2-40B4-BE49-F238E27FC236}">
                    <a16:creationId xmlns:a16="http://schemas.microsoft.com/office/drawing/2014/main" id="{DF89382F-8D65-381A-4E11-4D76003EF7AF}"/>
                  </a:ext>
                </a:extLst>
              </p:cNvPr>
              <p:cNvSpPr/>
              <p:nvPr/>
            </p:nvSpPr>
            <p:spPr>
              <a:xfrm rot="3683002" flipH="1">
                <a:off x="1680082" y="2801327"/>
                <a:ext cx="384004" cy="56911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42" name="Oval 15">
                <a:extLst>
                  <a:ext uri="{FF2B5EF4-FFF2-40B4-BE49-F238E27FC236}">
                    <a16:creationId xmlns:a16="http://schemas.microsoft.com/office/drawing/2014/main" id="{833AAF68-B170-5A64-1B3E-D7C29A55551F}"/>
                  </a:ext>
                </a:extLst>
              </p:cNvPr>
              <p:cNvSpPr/>
              <p:nvPr/>
            </p:nvSpPr>
            <p:spPr>
              <a:xfrm rot="5158366" flipH="1">
                <a:off x="1928466" y="2389480"/>
                <a:ext cx="271936" cy="55089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35" name="Oval 15">
                <a:extLst>
                  <a:ext uri="{FF2B5EF4-FFF2-40B4-BE49-F238E27FC236}">
                    <a16:creationId xmlns:a16="http://schemas.microsoft.com/office/drawing/2014/main" id="{F6E03288-2066-268E-D606-12C1BF17F96A}"/>
                  </a:ext>
                </a:extLst>
              </p:cNvPr>
              <p:cNvSpPr/>
              <p:nvPr/>
            </p:nvSpPr>
            <p:spPr>
              <a:xfrm rot="19286828">
                <a:off x="1907716" y="3497653"/>
                <a:ext cx="368562" cy="86250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37" name="Oval 15">
                <a:extLst>
                  <a:ext uri="{FF2B5EF4-FFF2-40B4-BE49-F238E27FC236}">
                    <a16:creationId xmlns:a16="http://schemas.microsoft.com/office/drawing/2014/main" id="{7993BAD1-8ED1-AA33-9A40-CD92A938FA5F}"/>
                  </a:ext>
                </a:extLst>
              </p:cNvPr>
              <p:cNvSpPr/>
              <p:nvPr/>
            </p:nvSpPr>
            <p:spPr>
              <a:xfrm rot="19286828">
                <a:off x="2004759" y="2607654"/>
                <a:ext cx="291208" cy="92887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84" name="Oval 15">
                <a:extLst>
                  <a:ext uri="{FF2B5EF4-FFF2-40B4-BE49-F238E27FC236}">
                    <a16:creationId xmlns:a16="http://schemas.microsoft.com/office/drawing/2014/main" id="{8587D281-8BB3-F688-8B54-213D5B5A54D5}"/>
                  </a:ext>
                </a:extLst>
              </p:cNvPr>
              <p:cNvSpPr/>
              <p:nvPr/>
            </p:nvSpPr>
            <p:spPr>
              <a:xfrm rot="19286828">
                <a:off x="1922696" y="3037895"/>
                <a:ext cx="291208" cy="92887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86" name="Oval 15">
                <a:extLst>
                  <a:ext uri="{FF2B5EF4-FFF2-40B4-BE49-F238E27FC236}">
                    <a16:creationId xmlns:a16="http://schemas.microsoft.com/office/drawing/2014/main" id="{4A647D9B-9360-FA8A-E13B-0ECFE627E90C}"/>
                  </a:ext>
                </a:extLst>
              </p:cNvPr>
              <p:cNvSpPr/>
              <p:nvPr/>
            </p:nvSpPr>
            <p:spPr>
              <a:xfrm rot="3067841" flipH="1">
                <a:off x="1649247" y="3704167"/>
                <a:ext cx="428121" cy="76467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</p:grpSp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D19585BF-9B24-E092-853E-E2C3128A135D}"/>
                </a:ext>
              </a:extLst>
            </p:cNvPr>
            <p:cNvGrpSpPr/>
            <p:nvPr/>
          </p:nvGrpSpPr>
          <p:grpSpPr>
            <a:xfrm flipH="1">
              <a:off x="4608218" y="1769337"/>
              <a:ext cx="591053" cy="2470190"/>
              <a:chOff x="1763631" y="2008038"/>
              <a:chExt cx="591053" cy="2470190"/>
            </a:xfrm>
          </p:grpSpPr>
          <p:sp>
            <p:nvSpPr>
              <p:cNvPr id="190" name="Freeform: Shape 189">
                <a:extLst>
                  <a:ext uri="{FF2B5EF4-FFF2-40B4-BE49-F238E27FC236}">
                    <a16:creationId xmlns:a16="http://schemas.microsoft.com/office/drawing/2014/main" id="{A40C69A3-8F87-B780-87EF-0484563F07C0}"/>
                  </a:ext>
                </a:extLst>
              </p:cNvPr>
              <p:cNvSpPr/>
              <p:nvPr/>
            </p:nvSpPr>
            <p:spPr>
              <a:xfrm>
                <a:off x="1923562" y="2302743"/>
                <a:ext cx="257713" cy="2175485"/>
              </a:xfrm>
              <a:custGeom>
                <a:avLst/>
                <a:gdLst>
                  <a:gd name="csX0" fmla="*/ 571913 w 708101"/>
                  <a:gd name="csY0" fmla="*/ 2341123 h 2341123"/>
                  <a:gd name="csX1" fmla="*/ 1224 w 708101"/>
                  <a:gd name="csY1" fmla="*/ 1063557 h 2341123"/>
                  <a:gd name="csX2" fmla="*/ 708101 w 708101"/>
                  <a:gd name="csY2" fmla="*/ 0 h 2341123"/>
                  <a:gd name="csX3" fmla="*/ 708101 w 708101"/>
                  <a:gd name="csY3" fmla="*/ 0 h 234112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708101" h="2341123">
                    <a:moveTo>
                      <a:pt x="571913" y="2341123"/>
                    </a:moveTo>
                    <a:cubicBezTo>
                      <a:pt x="275219" y="1897433"/>
                      <a:pt x="-21474" y="1453744"/>
                      <a:pt x="1224" y="1063557"/>
                    </a:cubicBezTo>
                    <a:cubicBezTo>
                      <a:pt x="23922" y="673370"/>
                      <a:pt x="708101" y="0"/>
                      <a:pt x="708101" y="0"/>
                    </a:cubicBezTo>
                    <a:lnTo>
                      <a:pt x="708101" y="0"/>
                    </a:lnTo>
                  </a:path>
                </a:pathLst>
              </a:custGeom>
              <a:ln w="38100">
                <a:solidFill>
                  <a:schemeClr val="accent6">
                    <a:lumMod val="50000"/>
                  </a:schemeClr>
                </a:solidFill>
              </a:ln>
            </p:spPr>
            <p:style>
              <a:lnRef idx="1">
                <a:schemeClr val="accent6"/>
              </a:lnRef>
              <a:fillRef idx="0">
                <a:schemeClr val="accent6"/>
              </a:fillRef>
              <a:effectRef idx="0">
                <a:schemeClr val="accent6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91" name="Oval 15">
                <a:extLst>
                  <a:ext uri="{FF2B5EF4-FFF2-40B4-BE49-F238E27FC236}">
                    <a16:creationId xmlns:a16="http://schemas.microsoft.com/office/drawing/2014/main" id="{176A25BD-8681-4EAC-4C8A-238765DAFF58}"/>
                  </a:ext>
                </a:extLst>
              </p:cNvPr>
              <p:cNvSpPr/>
              <p:nvPr/>
            </p:nvSpPr>
            <p:spPr>
              <a:xfrm rot="19286828">
                <a:off x="1996100" y="3897440"/>
                <a:ext cx="358584" cy="83907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92" name="Oval 15">
                <a:extLst>
                  <a:ext uri="{FF2B5EF4-FFF2-40B4-BE49-F238E27FC236}">
                    <a16:creationId xmlns:a16="http://schemas.microsoft.com/office/drawing/2014/main" id="{3EFC62B8-215B-0328-7A21-B0CBC75551FA}"/>
                  </a:ext>
                </a:extLst>
              </p:cNvPr>
              <p:cNvSpPr/>
              <p:nvPr/>
            </p:nvSpPr>
            <p:spPr>
              <a:xfrm rot="18624200">
                <a:off x="2118585" y="2148778"/>
                <a:ext cx="327199" cy="45719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93" name="Oval 15">
                <a:extLst>
                  <a:ext uri="{FF2B5EF4-FFF2-40B4-BE49-F238E27FC236}">
                    <a16:creationId xmlns:a16="http://schemas.microsoft.com/office/drawing/2014/main" id="{14DCDE01-CCD0-BA20-D404-1696D28476FC}"/>
                  </a:ext>
                </a:extLst>
              </p:cNvPr>
              <p:cNvSpPr/>
              <p:nvPr/>
            </p:nvSpPr>
            <p:spPr>
              <a:xfrm rot="3067841" flipH="1">
                <a:off x="1587804" y="3263939"/>
                <a:ext cx="428121" cy="76467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94" name="Oval 15">
                <a:extLst>
                  <a:ext uri="{FF2B5EF4-FFF2-40B4-BE49-F238E27FC236}">
                    <a16:creationId xmlns:a16="http://schemas.microsoft.com/office/drawing/2014/main" id="{1F925E4B-1B32-A1FD-F5B1-3E47C2938F3E}"/>
                  </a:ext>
                </a:extLst>
              </p:cNvPr>
              <p:cNvSpPr/>
              <p:nvPr/>
            </p:nvSpPr>
            <p:spPr>
              <a:xfrm rot="3683002" flipH="1">
                <a:off x="1680082" y="2801327"/>
                <a:ext cx="384004" cy="56911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95" name="Oval 15">
                <a:extLst>
                  <a:ext uri="{FF2B5EF4-FFF2-40B4-BE49-F238E27FC236}">
                    <a16:creationId xmlns:a16="http://schemas.microsoft.com/office/drawing/2014/main" id="{F3A3E03C-9E41-E290-5735-62602AE27704}"/>
                  </a:ext>
                </a:extLst>
              </p:cNvPr>
              <p:cNvSpPr/>
              <p:nvPr/>
            </p:nvSpPr>
            <p:spPr>
              <a:xfrm rot="5158366" flipH="1">
                <a:off x="1928466" y="2389480"/>
                <a:ext cx="271936" cy="55089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96" name="Oval 15">
                <a:extLst>
                  <a:ext uri="{FF2B5EF4-FFF2-40B4-BE49-F238E27FC236}">
                    <a16:creationId xmlns:a16="http://schemas.microsoft.com/office/drawing/2014/main" id="{87CC09F7-FC31-5B92-B763-5C0E2E463ACE}"/>
                  </a:ext>
                </a:extLst>
              </p:cNvPr>
              <p:cNvSpPr/>
              <p:nvPr/>
            </p:nvSpPr>
            <p:spPr>
              <a:xfrm rot="19286828">
                <a:off x="1907716" y="3497653"/>
                <a:ext cx="368562" cy="86250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97" name="Oval 15">
                <a:extLst>
                  <a:ext uri="{FF2B5EF4-FFF2-40B4-BE49-F238E27FC236}">
                    <a16:creationId xmlns:a16="http://schemas.microsoft.com/office/drawing/2014/main" id="{B0AC650D-C1EA-63D3-889A-5B5D3E9C05EA}"/>
                  </a:ext>
                </a:extLst>
              </p:cNvPr>
              <p:cNvSpPr/>
              <p:nvPr/>
            </p:nvSpPr>
            <p:spPr>
              <a:xfrm rot="19286828">
                <a:off x="2004759" y="2607654"/>
                <a:ext cx="291208" cy="92887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98" name="Oval 15">
                <a:extLst>
                  <a:ext uri="{FF2B5EF4-FFF2-40B4-BE49-F238E27FC236}">
                    <a16:creationId xmlns:a16="http://schemas.microsoft.com/office/drawing/2014/main" id="{113FAD49-DD0A-AC2A-BB91-D82459146DE9}"/>
                  </a:ext>
                </a:extLst>
              </p:cNvPr>
              <p:cNvSpPr/>
              <p:nvPr/>
            </p:nvSpPr>
            <p:spPr>
              <a:xfrm rot="19286828">
                <a:off x="1922696" y="3037895"/>
                <a:ext cx="291208" cy="92887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  <p:sp>
            <p:nvSpPr>
              <p:cNvPr id="199" name="Oval 15">
                <a:extLst>
                  <a:ext uri="{FF2B5EF4-FFF2-40B4-BE49-F238E27FC236}">
                    <a16:creationId xmlns:a16="http://schemas.microsoft.com/office/drawing/2014/main" id="{2549A6CF-8764-D540-B5BE-4CF708804C3D}"/>
                  </a:ext>
                </a:extLst>
              </p:cNvPr>
              <p:cNvSpPr/>
              <p:nvPr/>
            </p:nvSpPr>
            <p:spPr>
              <a:xfrm rot="3067841" flipH="1">
                <a:off x="1649247" y="3704167"/>
                <a:ext cx="428121" cy="76467"/>
              </a:xfrm>
              <a:custGeom>
                <a:avLst/>
                <a:gdLst>
                  <a:gd name="csX0" fmla="*/ 0 w 525294"/>
                  <a:gd name="csY0" fmla="*/ 94034 h 188068"/>
                  <a:gd name="csX1" fmla="*/ 262647 w 525294"/>
                  <a:gd name="csY1" fmla="*/ 0 h 188068"/>
                  <a:gd name="csX2" fmla="*/ 525294 w 525294"/>
                  <a:gd name="csY2" fmla="*/ 94034 h 188068"/>
                  <a:gd name="csX3" fmla="*/ 262647 w 525294"/>
                  <a:gd name="csY3" fmla="*/ 188068 h 188068"/>
                  <a:gd name="csX4" fmla="*/ 0 w 525294"/>
                  <a:gd name="csY4" fmla="*/ 94034 h 188068"/>
                  <a:gd name="csX0" fmla="*/ 0 w 623481"/>
                  <a:gd name="csY0" fmla="*/ 94831 h 189220"/>
                  <a:gd name="csX1" fmla="*/ 262647 w 623481"/>
                  <a:gd name="csY1" fmla="*/ 797 h 189220"/>
                  <a:gd name="csX2" fmla="*/ 623481 w 623481"/>
                  <a:gd name="csY2" fmla="*/ 65276 h 189220"/>
                  <a:gd name="csX3" fmla="*/ 262647 w 623481"/>
                  <a:gd name="csY3" fmla="*/ 188865 h 189220"/>
                  <a:gd name="csX4" fmla="*/ 0 w 623481"/>
                  <a:gd name="csY4" fmla="*/ 94831 h 18922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623481" h="189220">
                    <a:moveTo>
                      <a:pt x="0" y="94831"/>
                    </a:moveTo>
                    <a:cubicBezTo>
                      <a:pt x="0" y="42897"/>
                      <a:pt x="158734" y="5723"/>
                      <a:pt x="262647" y="797"/>
                    </a:cubicBezTo>
                    <a:cubicBezTo>
                      <a:pt x="366560" y="-4129"/>
                      <a:pt x="623481" y="13342"/>
                      <a:pt x="623481" y="65276"/>
                    </a:cubicBezTo>
                    <a:cubicBezTo>
                      <a:pt x="623481" y="117210"/>
                      <a:pt x="366560" y="183939"/>
                      <a:pt x="262647" y="188865"/>
                    </a:cubicBezTo>
                    <a:cubicBezTo>
                      <a:pt x="158734" y="193791"/>
                      <a:pt x="0" y="146765"/>
                      <a:pt x="0" y="9483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NZ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95082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C7E09D6-8441-95CB-87F7-9BE8988B88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88" r="16127"/>
          <a:stretch>
            <a:fillRect/>
          </a:stretch>
        </p:blipFill>
        <p:spPr>
          <a:xfrm>
            <a:off x="3424072" y="1438300"/>
            <a:ext cx="2594042" cy="3810000"/>
          </a:xfrm>
          <a:prstGeom prst="rect">
            <a:avLst/>
          </a:prstGeom>
        </p:spPr>
      </p:pic>
      <p:grpSp>
        <p:nvGrpSpPr>
          <p:cNvPr id="41" name="Group 40">
            <a:extLst>
              <a:ext uri="{FF2B5EF4-FFF2-40B4-BE49-F238E27FC236}">
                <a16:creationId xmlns:a16="http://schemas.microsoft.com/office/drawing/2014/main" id="{B54CDE45-AA30-46C0-812D-E089F7441D8C}"/>
              </a:ext>
            </a:extLst>
          </p:cNvPr>
          <p:cNvGrpSpPr/>
          <p:nvPr/>
        </p:nvGrpSpPr>
        <p:grpSpPr>
          <a:xfrm>
            <a:off x="5677461" y="2176091"/>
            <a:ext cx="750300" cy="2737251"/>
            <a:chOff x="5677461" y="2176091"/>
            <a:chExt cx="750300" cy="2737251"/>
          </a:xfrm>
        </p:grpSpPr>
        <p:sp>
          <p:nvSpPr>
            <p:cNvPr id="9" name="Oval 15">
              <a:extLst>
                <a:ext uri="{FF2B5EF4-FFF2-40B4-BE49-F238E27FC236}">
                  <a16:creationId xmlns:a16="http://schemas.microsoft.com/office/drawing/2014/main" id="{5F2E84E8-6A21-9898-2478-5E700516272C}"/>
                </a:ext>
              </a:extLst>
            </p:cNvPr>
            <p:cNvSpPr/>
            <p:nvPr/>
          </p:nvSpPr>
          <p:spPr>
            <a:xfrm rot="1439914" flipH="1">
              <a:off x="5873621" y="3072463"/>
              <a:ext cx="358584" cy="83907"/>
            </a:xfrm>
            <a:custGeom>
              <a:avLst/>
              <a:gdLst>
                <a:gd name="csX0" fmla="*/ 0 w 525294"/>
                <a:gd name="csY0" fmla="*/ 94034 h 188068"/>
                <a:gd name="csX1" fmla="*/ 262647 w 525294"/>
                <a:gd name="csY1" fmla="*/ 0 h 188068"/>
                <a:gd name="csX2" fmla="*/ 525294 w 525294"/>
                <a:gd name="csY2" fmla="*/ 94034 h 188068"/>
                <a:gd name="csX3" fmla="*/ 262647 w 525294"/>
                <a:gd name="csY3" fmla="*/ 188068 h 188068"/>
                <a:gd name="csX4" fmla="*/ 0 w 525294"/>
                <a:gd name="csY4" fmla="*/ 94034 h 188068"/>
                <a:gd name="csX0" fmla="*/ 0 w 623481"/>
                <a:gd name="csY0" fmla="*/ 94831 h 189220"/>
                <a:gd name="csX1" fmla="*/ 262647 w 623481"/>
                <a:gd name="csY1" fmla="*/ 797 h 189220"/>
                <a:gd name="csX2" fmla="*/ 623481 w 623481"/>
                <a:gd name="csY2" fmla="*/ 65276 h 189220"/>
                <a:gd name="csX3" fmla="*/ 262647 w 623481"/>
                <a:gd name="csY3" fmla="*/ 188865 h 189220"/>
                <a:gd name="csX4" fmla="*/ 0 w 623481"/>
                <a:gd name="csY4" fmla="*/ 94831 h 1892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23481" h="189220">
                  <a:moveTo>
                    <a:pt x="0" y="94831"/>
                  </a:moveTo>
                  <a:cubicBezTo>
                    <a:pt x="0" y="42897"/>
                    <a:pt x="158734" y="5723"/>
                    <a:pt x="262647" y="797"/>
                  </a:cubicBezTo>
                  <a:cubicBezTo>
                    <a:pt x="366560" y="-4129"/>
                    <a:pt x="623481" y="13342"/>
                    <a:pt x="623481" y="65276"/>
                  </a:cubicBezTo>
                  <a:cubicBezTo>
                    <a:pt x="623481" y="117210"/>
                    <a:pt x="366560" y="183939"/>
                    <a:pt x="262647" y="188865"/>
                  </a:cubicBezTo>
                  <a:cubicBezTo>
                    <a:pt x="158734" y="193791"/>
                    <a:pt x="0" y="146765"/>
                    <a:pt x="0" y="94831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0" name="Oval 15">
              <a:extLst>
                <a:ext uri="{FF2B5EF4-FFF2-40B4-BE49-F238E27FC236}">
                  <a16:creationId xmlns:a16="http://schemas.microsoft.com/office/drawing/2014/main" id="{4B48606F-EE2B-D250-BC8F-A8C139DF2424}"/>
                </a:ext>
              </a:extLst>
            </p:cNvPr>
            <p:cNvSpPr/>
            <p:nvPr/>
          </p:nvSpPr>
          <p:spPr>
            <a:xfrm rot="1297676" flipH="1">
              <a:off x="5677461" y="2648054"/>
              <a:ext cx="336104" cy="93295"/>
            </a:xfrm>
            <a:custGeom>
              <a:avLst/>
              <a:gdLst>
                <a:gd name="csX0" fmla="*/ 0 w 525294"/>
                <a:gd name="csY0" fmla="*/ 94034 h 188068"/>
                <a:gd name="csX1" fmla="*/ 262647 w 525294"/>
                <a:gd name="csY1" fmla="*/ 0 h 188068"/>
                <a:gd name="csX2" fmla="*/ 525294 w 525294"/>
                <a:gd name="csY2" fmla="*/ 94034 h 188068"/>
                <a:gd name="csX3" fmla="*/ 262647 w 525294"/>
                <a:gd name="csY3" fmla="*/ 188068 h 188068"/>
                <a:gd name="csX4" fmla="*/ 0 w 525294"/>
                <a:gd name="csY4" fmla="*/ 94034 h 188068"/>
                <a:gd name="csX0" fmla="*/ 0 w 623481"/>
                <a:gd name="csY0" fmla="*/ 94831 h 189220"/>
                <a:gd name="csX1" fmla="*/ 262647 w 623481"/>
                <a:gd name="csY1" fmla="*/ 797 h 189220"/>
                <a:gd name="csX2" fmla="*/ 623481 w 623481"/>
                <a:gd name="csY2" fmla="*/ 65276 h 189220"/>
                <a:gd name="csX3" fmla="*/ 262647 w 623481"/>
                <a:gd name="csY3" fmla="*/ 188865 h 189220"/>
                <a:gd name="csX4" fmla="*/ 0 w 623481"/>
                <a:gd name="csY4" fmla="*/ 94831 h 1892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23481" h="189220">
                  <a:moveTo>
                    <a:pt x="0" y="94831"/>
                  </a:moveTo>
                  <a:cubicBezTo>
                    <a:pt x="0" y="42897"/>
                    <a:pt x="158734" y="5723"/>
                    <a:pt x="262647" y="797"/>
                  </a:cubicBezTo>
                  <a:cubicBezTo>
                    <a:pt x="366560" y="-4129"/>
                    <a:pt x="623481" y="13342"/>
                    <a:pt x="623481" y="65276"/>
                  </a:cubicBezTo>
                  <a:cubicBezTo>
                    <a:pt x="623481" y="117210"/>
                    <a:pt x="366560" y="183939"/>
                    <a:pt x="262647" y="188865"/>
                  </a:cubicBezTo>
                  <a:cubicBezTo>
                    <a:pt x="158734" y="193791"/>
                    <a:pt x="0" y="146765"/>
                    <a:pt x="0" y="94831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1" name="Oval 15">
              <a:extLst>
                <a:ext uri="{FF2B5EF4-FFF2-40B4-BE49-F238E27FC236}">
                  <a16:creationId xmlns:a16="http://schemas.microsoft.com/office/drawing/2014/main" id="{D24CD304-9A32-F514-D87D-48B673967EFB}"/>
                </a:ext>
              </a:extLst>
            </p:cNvPr>
            <p:cNvSpPr/>
            <p:nvPr/>
          </p:nvSpPr>
          <p:spPr>
            <a:xfrm rot="16971223">
              <a:off x="6035007" y="2816575"/>
              <a:ext cx="428121" cy="76467"/>
            </a:xfrm>
            <a:custGeom>
              <a:avLst/>
              <a:gdLst>
                <a:gd name="csX0" fmla="*/ 0 w 525294"/>
                <a:gd name="csY0" fmla="*/ 94034 h 188068"/>
                <a:gd name="csX1" fmla="*/ 262647 w 525294"/>
                <a:gd name="csY1" fmla="*/ 0 h 188068"/>
                <a:gd name="csX2" fmla="*/ 525294 w 525294"/>
                <a:gd name="csY2" fmla="*/ 94034 h 188068"/>
                <a:gd name="csX3" fmla="*/ 262647 w 525294"/>
                <a:gd name="csY3" fmla="*/ 188068 h 188068"/>
                <a:gd name="csX4" fmla="*/ 0 w 525294"/>
                <a:gd name="csY4" fmla="*/ 94034 h 188068"/>
                <a:gd name="csX0" fmla="*/ 0 w 623481"/>
                <a:gd name="csY0" fmla="*/ 94831 h 189220"/>
                <a:gd name="csX1" fmla="*/ 262647 w 623481"/>
                <a:gd name="csY1" fmla="*/ 797 h 189220"/>
                <a:gd name="csX2" fmla="*/ 623481 w 623481"/>
                <a:gd name="csY2" fmla="*/ 65276 h 189220"/>
                <a:gd name="csX3" fmla="*/ 262647 w 623481"/>
                <a:gd name="csY3" fmla="*/ 188865 h 189220"/>
                <a:gd name="csX4" fmla="*/ 0 w 623481"/>
                <a:gd name="csY4" fmla="*/ 94831 h 1892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23481" h="189220">
                  <a:moveTo>
                    <a:pt x="0" y="94831"/>
                  </a:moveTo>
                  <a:cubicBezTo>
                    <a:pt x="0" y="42897"/>
                    <a:pt x="158734" y="5723"/>
                    <a:pt x="262647" y="797"/>
                  </a:cubicBezTo>
                  <a:cubicBezTo>
                    <a:pt x="366560" y="-4129"/>
                    <a:pt x="623481" y="13342"/>
                    <a:pt x="623481" y="65276"/>
                  </a:cubicBezTo>
                  <a:cubicBezTo>
                    <a:pt x="623481" y="117210"/>
                    <a:pt x="366560" y="183939"/>
                    <a:pt x="262647" y="188865"/>
                  </a:cubicBezTo>
                  <a:cubicBezTo>
                    <a:pt x="158734" y="193791"/>
                    <a:pt x="0" y="146765"/>
                    <a:pt x="0" y="94831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2" name="Oval 15">
              <a:extLst>
                <a:ext uri="{FF2B5EF4-FFF2-40B4-BE49-F238E27FC236}">
                  <a16:creationId xmlns:a16="http://schemas.microsoft.com/office/drawing/2014/main" id="{D7D3338A-C6EE-D5B4-014C-2B4D81442A74}"/>
                </a:ext>
              </a:extLst>
            </p:cNvPr>
            <p:cNvSpPr/>
            <p:nvPr/>
          </p:nvSpPr>
          <p:spPr>
            <a:xfrm rot="16672422">
              <a:off x="5925138" y="2645257"/>
              <a:ext cx="384004" cy="76570"/>
            </a:xfrm>
            <a:custGeom>
              <a:avLst/>
              <a:gdLst>
                <a:gd name="csX0" fmla="*/ 0 w 525294"/>
                <a:gd name="csY0" fmla="*/ 94034 h 188068"/>
                <a:gd name="csX1" fmla="*/ 262647 w 525294"/>
                <a:gd name="csY1" fmla="*/ 0 h 188068"/>
                <a:gd name="csX2" fmla="*/ 525294 w 525294"/>
                <a:gd name="csY2" fmla="*/ 94034 h 188068"/>
                <a:gd name="csX3" fmla="*/ 262647 w 525294"/>
                <a:gd name="csY3" fmla="*/ 188068 h 188068"/>
                <a:gd name="csX4" fmla="*/ 0 w 525294"/>
                <a:gd name="csY4" fmla="*/ 94034 h 188068"/>
                <a:gd name="csX0" fmla="*/ 0 w 623481"/>
                <a:gd name="csY0" fmla="*/ 94831 h 189220"/>
                <a:gd name="csX1" fmla="*/ 262647 w 623481"/>
                <a:gd name="csY1" fmla="*/ 797 h 189220"/>
                <a:gd name="csX2" fmla="*/ 623481 w 623481"/>
                <a:gd name="csY2" fmla="*/ 65276 h 189220"/>
                <a:gd name="csX3" fmla="*/ 262647 w 623481"/>
                <a:gd name="csY3" fmla="*/ 188865 h 189220"/>
                <a:gd name="csX4" fmla="*/ 0 w 623481"/>
                <a:gd name="csY4" fmla="*/ 94831 h 1892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23481" h="189220">
                  <a:moveTo>
                    <a:pt x="0" y="94831"/>
                  </a:moveTo>
                  <a:cubicBezTo>
                    <a:pt x="0" y="42897"/>
                    <a:pt x="158734" y="5723"/>
                    <a:pt x="262647" y="797"/>
                  </a:cubicBezTo>
                  <a:cubicBezTo>
                    <a:pt x="366560" y="-4129"/>
                    <a:pt x="623481" y="13342"/>
                    <a:pt x="623481" y="65276"/>
                  </a:cubicBezTo>
                  <a:cubicBezTo>
                    <a:pt x="623481" y="117210"/>
                    <a:pt x="366560" y="183939"/>
                    <a:pt x="262647" y="188865"/>
                  </a:cubicBezTo>
                  <a:cubicBezTo>
                    <a:pt x="158734" y="193791"/>
                    <a:pt x="0" y="146765"/>
                    <a:pt x="0" y="94831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3" name="Oval 15">
              <a:extLst>
                <a:ext uri="{FF2B5EF4-FFF2-40B4-BE49-F238E27FC236}">
                  <a16:creationId xmlns:a16="http://schemas.microsoft.com/office/drawing/2014/main" id="{307DDED2-445E-4E5F-B7FC-333245FB2F1F}"/>
                </a:ext>
              </a:extLst>
            </p:cNvPr>
            <p:cNvSpPr/>
            <p:nvPr/>
          </p:nvSpPr>
          <p:spPr>
            <a:xfrm rot="14162025">
              <a:off x="5581911" y="2324390"/>
              <a:ext cx="367317" cy="70720"/>
            </a:xfrm>
            <a:custGeom>
              <a:avLst/>
              <a:gdLst>
                <a:gd name="csX0" fmla="*/ 0 w 525294"/>
                <a:gd name="csY0" fmla="*/ 94034 h 188068"/>
                <a:gd name="csX1" fmla="*/ 262647 w 525294"/>
                <a:gd name="csY1" fmla="*/ 0 h 188068"/>
                <a:gd name="csX2" fmla="*/ 525294 w 525294"/>
                <a:gd name="csY2" fmla="*/ 94034 h 188068"/>
                <a:gd name="csX3" fmla="*/ 262647 w 525294"/>
                <a:gd name="csY3" fmla="*/ 188068 h 188068"/>
                <a:gd name="csX4" fmla="*/ 0 w 525294"/>
                <a:gd name="csY4" fmla="*/ 94034 h 188068"/>
                <a:gd name="csX0" fmla="*/ 0 w 623481"/>
                <a:gd name="csY0" fmla="*/ 94831 h 189220"/>
                <a:gd name="csX1" fmla="*/ 262647 w 623481"/>
                <a:gd name="csY1" fmla="*/ 797 h 189220"/>
                <a:gd name="csX2" fmla="*/ 623481 w 623481"/>
                <a:gd name="csY2" fmla="*/ 65276 h 189220"/>
                <a:gd name="csX3" fmla="*/ 262647 w 623481"/>
                <a:gd name="csY3" fmla="*/ 188865 h 189220"/>
                <a:gd name="csX4" fmla="*/ 0 w 623481"/>
                <a:gd name="csY4" fmla="*/ 94831 h 1892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23481" h="189220">
                  <a:moveTo>
                    <a:pt x="0" y="94831"/>
                  </a:moveTo>
                  <a:cubicBezTo>
                    <a:pt x="0" y="42897"/>
                    <a:pt x="158734" y="5723"/>
                    <a:pt x="262647" y="797"/>
                  </a:cubicBezTo>
                  <a:cubicBezTo>
                    <a:pt x="366560" y="-4129"/>
                    <a:pt x="623481" y="13342"/>
                    <a:pt x="623481" y="65276"/>
                  </a:cubicBezTo>
                  <a:cubicBezTo>
                    <a:pt x="623481" y="117210"/>
                    <a:pt x="366560" y="183939"/>
                    <a:pt x="262647" y="188865"/>
                  </a:cubicBezTo>
                  <a:cubicBezTo>
                    <a:pt x="158734" y="193791"/>
                    <a:pt x="0" y="146765"/>
                    <a:pt x="0" y="94831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4" name="Oval 15">
              <a:extLst>
                <a:ext uri="{FF2B5EF4-FFF2-40B4-BE49-F238E27FC236}">
                  <a16:creationId xmlns:a16="http://schemas.microsoft.com/office/drawing/2014/main" id="{7B5E1C3C-210C-9516-8755-2640F9550CFF}"/>
                </a:ext>
              </a:extLst>
            </p:cNvPr>
            <p:cNvSpPr/>
            <p:nvPr/>
          </p:nvSpPr>
          <p:spPr>
            <a:xfrm rot="2313172" flipH="1">
              <a:off x="5906204" y="3935761"/>
              <a:ext cx="368562" cy="86250"/>
            </a:xfrm>
            <a:custGeom>
              <a:avLst/>
              <a:gdLst>
                <a:gd name="csX0" fmla="*/ 0 w 525294"/>
                <a:gd name="csY0" fmla="*/ 94034 h 188068"/>
                <a:gd name="csX1" fmla="*/ 262647 w 525294"/>
                <a:gd name="csY1" fmla="*/ 0 h 188068"/>
                <a:gd name="csX2" fmla="*/ 525294 w 525294"/>
                <a:gd name="csY2" fmla="*/ 94034 h 188068"/>
                <a:gd name="csX3" fmla="*/ 262647 w 525294"/>
                <a:gd name="csY3" fmla="*/ 188068 h 188068"/>
                <a:gd name="csX4" fmla="*/ 0 w 525294"/>
                <a:gd name="csY4" fmla="*/ 94034 h 188068"/>
                <a:gd name="csX0" fmla="*/ 0 w 623481"/>
                <a:gd name="csY0" fmla="*/ 94831 h 189220"/>
                <a:gd name="csX1" fmla="*/ 262647 w 623481"/>
                <a:gd name="csY1" fmla="*/ 797 h 189220"/>
                <a:gd name="csX2" fmla="*/ 623481 w 623481"/>
                <a:gd name="csY2" fmla="*/ 65276 h 189220"/>
                <a:gd name="csX3" fmla="*/ 262647 w 623481"/>
                <a:gd name="csY3" fmla="*/ 188865 h 189220"/>
                <a:gd name="csX4" fmla="*/ 0 w 623481"/>
                <a:gd name="csY4" fmla="*/ 94831 h 1892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23481" h="189220">
                  <a:moveTo>
                    <a:pt x="0" y="94831"/>
                  </a:moveTo>
                  <a:cubicBezTo>
                    <a:pt x="0" y="42897"/>
                    <a:pt x="158734" y="5723"/>
                    <a:pt x="262647" y="797"/>
                  </a:cubicBezTo>
                  <a:cubicBezTo>
                    <a:pt x="366560" y="-4129"/>
                    <a:pt x="623481" y="13342"/>
                    <a:pt x="623481" y="65276"/>
                  </a:cubicBezTo>
                  <a:cubicBezTo>
                    <a:pt x="623481" y="117210"/>
                    <a:pt x="366560" y="183939"/>
                    <a:pt x="262647" y="188865"/>
                  </a:cubicBezTo>
                  <a:cubicBezTo>
                    <a:pt x="158734" y="193791"/>
                    <a:pt x="0" y="146765"/>
                    <a:pt x="0" y="94831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A87DD1C5-A39D-F682-658F-CCA892157DB1}"/>
                </a:ext>
              </a:extLst>
            </p:cNvPr>
            <p:cNvSpPr/>
            <p:nvPr/>
          </p:nvSpPr>
          <p:spPr>
            <a:xfrm rot="2313172" flipH="1">
              <a:off x="5988751" y="3323709"/>
              <a:ext cx="291208" cy="92887"/>
            </a:xfrm>
            <a:custGeom>
              <a:avLst/>
              <a:gdLst>
                <a:gd name="csX0" fmla="*/ 0 w 525294"/>
                <a:gd name="csY0" fmla="*/ 94034 h 188068"/>
                <a:gd name="csX1" fmla="*/ 262647 w 525294"/>
                <a:gd name="csY1" fmla="*/ 0 h 188068"/>
                <a:gd name="csX2" fmla="*/ 525294 w 525294"/>
                <a:gd name="csY2" fmla="*/ 94034 h 188068"/>
                <a:gd name="csX3" fmla="*/ 262647 w 525294"/>
                <a:gd name="csY3" fmla="*/ 188068 h 188068"/>
                <a:gd name="csX4" fmla="*/ 0 w 525294"/>
                <a:gd name="csY4" fmla="*/ 94034 h 188068"/>
                <a:gd name="csX0" fmla="*/ 0 w 623481"/>
                <a:gd name="csY0" fmla="*/ 94831 h 189220"/>
                <a:gd name="csX1" fmla="*/ 262647 w 623481"/>
                <a:gd name="csY1" fmla="*/ 797 h 189220"/>
                <a:gd name="csX2" fmla="*/ 623481 w 623481"/>
                <a:gd name="csY2" fmla="*/ 65276 h 189220"/>
                <a:gd name="csX3" fmla="*/ 262647 w 623481"/>
                <a:gd name="csY3" fmla="*/ 188865 h 189220"/>
                <a:gd name="csX4" fmla="*/ 0 w 623481"/>
                <a:gd name="csY4" fmla="*/ 94831 h 1892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23481" h="189220">
                  <a:moveTo>
                    <a:pt x="0" y="94831"/>
                  </a:moveTo>
                  <a:cubicBezTo>
                    <a:pt x="0" y="42897"/>
                    <a:pt x="158734" y="5723"/>
                    <a:pt x="262647" y="797"/>
                  </a:cubicBezTo>
                  <a:cubicBezTo>
                    <a:pt x="366560" y="-4129"/>
                    <a:pt x="623481" y="13342"/>
                    <a:pt x="623481" y="65276"/>
                  </a:cubicBezTo>
                  <a:cubicBezTo>
                    <a:pt x="623481" y="117210"/>
                    <a:pt x="366560" y="183939"/>
                    <a:pt x="262647" y="188865"/>
                  </a:cubicBezTo>
                  <a:cubicBezTo>
                    <a:pt x="158734" y="193791"/>
                    <a:pt x="0" y="146765"/>
                    <a:pt x="0" y="94831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7" name="Oval 15">
              <a:extLst>
                <a:ext uri="{FF2B5EF4-FFF2-40B4-BE49-F238E27FC236}">
                  <a16:creationId xmlns:a16="http://schemas.microsoft.com/office/drawing/2014/main" id="{933A393D-9973-AA86-FE02-CB612DB39D30}"/>
                </a:ext>
              </a:extLst>
            </p:cNvPr>
            <p:cNvSpPr/>
            <p:nvPr/>
          </p:nvSpPr>
          <p:spPr>
            <a:xfrm rot="17214883">
              <a:off x="6115209" y="3106268"/>
              <a:ext cx="428121" cy="76467"/>
            </a:xfrm>
            <a:custGeom>
              <a:avLst/>
              <a:gdLst>
                <a:gd name="csX0" fmla="*/ 0 w 525294"/>
                <a:gd name="csY0" fmla="*/ 94034 h 188068"/>
                <a:gd name="csX1" fmla="*/ 262647 w 525294"/>
                <a:gd name="csY1" fmla="*/ 0 h 188068"/>
                <a:gd name="csX2" fmla="*/ 525294 w 525294"/>
                <a:gd name="csY2" fmla="*/ 94034 h 188068"/>
                <a:gd name="csX3" fmla="*/ 262647 w 525294"/>
                <a:gd name="csY3" fmla="*/ 188068 h 188068"/>
                <a:gd name="csX4" fmla="*/ 0 w 525294"/>
                <a:gd name="csY4" fmla="*/ 94034 h 188068"/>
                <a:gd name="csX0" fmla="*/ 0 w 623481"/>
                <a:gd name="csY0" fmla="*/ 94831 h 189220"/>
                <a:gd name="csX1" fmla="*/ 262647 w 623481"/>
                <a:gd name="csY1" fmla="*/ 797 h 189220"/>
                <a:gd name="csX2" fmla="*/ 623481 w 623481"/>
                <a:gd name="csY2" fmla="*/ 65276 h 189220"/>
                <a:gd name="csX3" fmla="*/ 262647 w 623481"/>
                <a:gd name="csY3" fmla="*/ 188865 h 189220"/>
                <a:gd name="csX4" fmla="*/ 0 w 623481"/>
                <a:gd name="csY4" fmla="*/ 94831 h 1892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23481" h="189220">
                  <a:moveTo>
                    <a:pt x="0" y="94831"/>
                  </a:moveTo>
                  <a:cubicBezTo>
                    <a:pt x="0" y="42897"/>
                    <a:pt x="158734" y="5723"/>
                    <a:pt x="262647" y="797"/>
                  </a:cubicBezTo>
                  <a:cubicBezTo>
                    <a:pt x="366560" y="-4129"/>
                    <a:pt x="623481" y="13342"/>
                    <a:pt x="623481" y="65276"/>
                  </a:cubicBezTo>
                  <a:cubicBezTo>
                    <a:pt x="623481" y="117210"/>
                    <a:pt x="366560" y="183939"/>
                    <a:pt x="262647" y="188865"/>
                  </a:cubicBezTo>
                  <a:cubicBezTo>
                    <a:pt x="158734" y="193791"/>
                    <a:pt x="0" y="146765"/>
                    <a:pt x="0" y="94831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2BACC278-1E5D-65E3-DE6B-73C8F5EAF8E5}"/>
                </a:ext>
              </a:extLst>
            </p:cNvPr>
            <p:cNvSpPr/>
            <p:nvPr/>
          </p:nvSpPr>
          <p:spPr>
            <a:xfrm>
              <a:off x="5799213" y="2487912"/>
              <a:ext cx="477954" cy="2425430"/>
            </a:xfrm>
            <a:custGeom>
              <a:avLst/>
              <a:gdLst>
                <a:gd name="csX0" fmla="*/ 32425 w 477954"/>
                <a:gd name="csY0" fmla="*/ 0 h 2425430"/>
                <a:gd name="csX1" fmla="*/ 239949 w 477954"/>
                <a:gd name="csY1" fmla="*/ 272374 h 2425430"/>
                <a:gd name="csX2" fmla="*/ 453957 w 477954"/>
                <a:gd name="csY2" fmla="*/ 791183 h 2425430"/>
                <a:gd name="csX3" fmla="*/ 453957 w 477954"/>
                <a:gd name="csY3" fmla="*/ 1543455 h 2425430"/>
                <a:gd name="csX4" fmla="*/ 285344 w 477954"/>
                <a:gd name="csY4" fmla="*/ 2049293 h 2425430"/>
                <a:gd name="csX5" fmla="*/ 0 w 477954"/>
                <a:gd name="csY5" fmla="*/ 2425430 h 2425430"/>
                <a:gd name="csX6" fmla="*/ 0 w 477954"/>
                <a:gd name="csY6" fmla="*/ 2425430 h 2425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77954" h="2425430">
                  <a:moveTo>
                    <a:pt x="32425" y="0"/>
                  </a:moveTo>
                  <a:cubicBezTo>
                    <a:pt x="101059" y="70255"/>
                    <a:pt x="169694" y="140510"/>
                    <a:pt x="239949" y="272374"/>
                  </a:cubicBezTo>
                  <a:cubicBezTo>
                    <a:pt x="310204" y="404238"/>
                    <a:pt x="418289" y="579336"/>
                    <a:pt x="453957" y="791183"/>
                  </a:cubicBezTo>
                  <a:cubicBezTo>
                    <a:pt x="489625" y="1003030"/>
                    <a:pt x="482059" y="1333770"/>
                    <a:pt x="453957" y="1543455"/>
                  </a:cubicBezTo>
                  <a:cubicBezTo>
                    <a:pt x="425855" y="1753140"/>
                    <a:pt x="361003" y="1902297"/>
                    <a:pt x="285344" y="2049293"/>
                  </a:cubicBezTo>
                  <a:cubicBezTo>
                    <a:pt x="209685" y="2196289"/>
                    <a:pt x="0" y="2425430"/>
                    <a:pt x="0" y="2425430"/>
                  </a:cubicBezTo>
                  <a:lnTo>
                    <a:pt x="0" y="2425430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32" name="Oval 15">
              <a:extLst>
                <a:ext uri="{FF2B5EF4-FFF2-40B4-BE49-F238E27FC236}">
                  <a16:creationId xmlns:a16="http://schemas.microsoft.com/office/drawing/2014/main" id="{83E489AA-317F-AF71-A035-AB2F80606D29}"/>
                </a:ext>
              </a:extLst>
            </p:cNvPr>
            <p:cNvSpPr/>
            <p:nvPr/>
          </p:nvSpPr>
          <p:spPr>
            <a:xfrm rot="1297676" flipH="1" flipV="1">
              <a:off x="5798965" y="2887846"/>
              <a:ext cx="336104" cy="74353"/>
            </a:xfrm>
            <a:custGeom>
              <a:avLst/>
              <a:gdLst>
                <a:gd name="csX0" fmla="*/ 0 w 525294"/>
                <a:gd name="csY0" fmla="*/ 94034 h 188068"/>
                <a:gd name="csX1" fmla="*/ 262647 w 525294"/>
                <a:gd name="csY1" fmla="*/ 0 h 188068"/>
                <a:gd name="csX2" fmla="*/ 525294 w 525294"/>
                <a:gd name="csY2" fmla="*/ 94034 h 188068"/>
                <a:gd name="csX3" fmla="*/ 262647 w 525294"/>
                <a:gd name="csY3" fmla="*/ 188068 h 188068"/>
                <a:gd name="csX4" fmla="*/ 0 w 525294"/>
                <a:gd name="csY4" fmla="*/ 94034 h 188068"/>
                <a:gd name="csX0" fmla="*/ 0 w 623481"/>
                <a:gd name="csY0" fmla="*/ 94831 h 189220"/>
                <a:gd name="csX1" fmla="*/ 262647 w 623481"/>
                <a:gd name="csY1" fmla="*/ 797 h 189220"/>
                <a:gd name="csX2" fmla="*/ 623481 w 623481"/>
                <a:gd name="csY2" fmla="*/ 65276 h 189220"/>
                <a:gd name="csX3" fmla="*/ 262647 w 623481"/>
                <a:gd name="csY3" fmla="*/ 188865 h 189220"/>
                <a:gd name="csX4" fmla="*/ 0 w 623481"/>
                <a:gd name="csY4" fmla="*/ 94831 h 1892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23481" h="189220">
                  <a:moveTo>
                    <a:pt x="0" y="94831"/>
                  </a:moveTo>
                  <a:cubicBezTo>
                    <a:pt x="0" y="42897"/>
                    <a:pt x="158734" y="5723"/>
                    <a:pt x="262647" y="797"/>
                  </a:cubicBezTo>
                  <a:cubicBezTo>
                    <a:pt x="366560" y="-4129"/>
                    <a:pt x="623481" y="13342"/>
                    <a:pt x="623481" y="65276"/>
                  </a:cubicBezTo>
                  <a:cubicBezTo>
                    <a:pt x="623481" y="117210"/>
                    <a:pt x="366560" y="183939"/>
                    <a:pt x="262647" y="188865"/>
                  </a:cubicBezTo>
                  <a:cubicBezTo>
                    <a:pt x="158734" y="193791"/>
                    <a:pt x="0" y="146765"/>
                    <a:pt x="0" y="94831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34" name="Oval 15">
              <a:extLst>
                <a:ext uri="{FF2B5EF4-FFF2-40B4-BE49-F238E27FC236}">
                  <a16:creationId xmlns:a16="http://schemas.microsoft.com/office/drawing/2014/main" id="{80D1BDD5-71B9-1DBD-30D5-9316D6960DA5}"/>
                </a:ext>
              </a:extLst>
            </p:cNvPr>
            <p:cNvSpPr/>
            <p:nvPr/>
          </p:nvSpPr>
          <p:spPr>
            <a:xfrm rot="2313172" flipH="1">
              <a:off x="5931238" y="3687580"/>
              <a:ext cx="368562" cy="86250"/>
            </a:xfrm>
            <a:custGeom>
              <a:avLst/>
              <a:gdLst>
                <a:gd name="csX0" fmla="*/ 0 w 525294"/>
                <a:gd name="csY0" fmla="*/ 94034 h 188068"/>
                <a:gd name="csX1" fmla="*/ 262647 w 525294"/>
                <a:gd name="csY1" fmla="*/ 0 h 188068"/>
                <a:gd name="csX2" fmla="*/ 525294 w 525294"/>
                <a:gd name="csY2" fmla="*/ 94034 h 188068"/>
                <a:gd name="csX3" fmla="*/ 262647 w 525294"/>
                <a:gd name="csY3" fmla="*/ 188068 h 188068"/>
                <a:gd name="csX4" fmla="*/ 0 w 525294"/>
                <a:gd name="csY4" fmla="*/ 94034 h 188068"/>
                <a:gd name="csX0" fmla="*/ 0 w 623481"/>
                <a:gd name="csY0" fmla="*/ 94831 h 189220"/>
                <a:gd name="csX1" fmla="*/ 262647 w 623481"/>
                <a:gd name="csY1" fmla="*/ 797 h 189220"/>
                <a:gd name="csX2" fmla="*/ 623481 w 623481"/>
                <a:gd name="csY2" fmla="*/ 65276 h 189220"/>
                <a:gd name="csX3" fmla="*/ 262647 w 623481"/>
                <a:gd name="csY3" fmla="*/ 188865 h 189220"/>
                <a:gd name="csX4" fmla="*/ 0 w 623481"/>
                <a:gd name="csY4" fmla="*/ 94831 h 1892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23481" h="189220">
                  <a:moveTo>
                    <a:pt x="0" y="94831"/>
                  </a:moveTo>
                  <a:cubicBezTo>
                    <a:pt x="0" y="42897"/>
                    <a:pt x="158734" y="5723"/>
                    <a:pt x="262647" y="797"/>
                  </a:cubicBezTo>
                  <a:cubicBezTo>
                    <a:pt x="366560" y="-4129"/>
                    <a:pt x="623481" y="13342"/>
                    <a:pt x="623481" y="65276"/>
                  </a:cubicBezTo>
                  <a:cubicBezTo>
                    <a:pt x="623481" y="117210"/>
                    <a:pt x="366560" y="183939"/>
                    <a:pt x="262647" y="188865"/>
                  </a:cubicBezTo>
                  <a:cubicBezTo>
                    <a:pt x="158734" y="193791"/>
                    <a:pt x="0" y="146765"/>
                    <a:pt x="0" y="94831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36" name="Oval 15">
              <a:extLst>
                <a:ext uri="{FF2B5EF4-FFF2-40B4-BE49-F238E27FC236}">
                  <a16:creationId xmlns:a16="http://schemas.microsoft.com/office/drawing/2014/main" id="{8E3D0049-B1FC-EBA0-605F-F1FBFA3E1BEA}"/>
                </a:ext>
              </a:extLst>
            </p:cNvPr>
            <p:cNvSpPr/>
            <p:nvPr/>
          </p:nvSpPr>
          <p:spPr>
            <a:xfrm rot="16599564">
              <a:off x="5800619" y="2388447"/>
              <a:ext cx="384004" cy="76570"/>
            </a:xfrm>
            <a:custGeom>
              <a:avLst/>
              <a:gdLst>
                <a:gd name="csX0" fmla="*/ 0 w 525294"/>
                <a:gd name="csY0" fmla="*/ 94034 h 188068"/>
                <a:gd name="csX1" fmla="*/ 262647 w 525294"/>
                <a:gd name="csY1" fmla="*/ 0 h 188068"/>
                <a:gd name="csX2" fmla="*/ 525294 w 525294"/>
                <a:gd name="csY2" fmla="*/ 94034 h 188068"/>
                <a:gd name="csX3" fmla="*/ 262647 w 525294"/>
                <a:gd name="csY3" fmla="*/ 188068 h 188068"/>
                <a:gd name="csX4" fmla="*/ 0 w 525294"/>
                <a:gd name="csY4" fmla="*/ 94034 h 188068"/>
                <a:gd name="csX0" fmla="*/ 0 w 623481"/>
                <a:gd name="csY0" fmla="*/ 94831 h 189220"/>
                <a:gd name="csX1" fmla="*/ 262647 w 623481"/>
                <a:gd name="csY1" fmla="*/ 797 h 189220"/>
                <a:gd name="csX2" fmla="*/ 623481 w 623481"/>
                <a:gd name="csY2" fmla="*/ 65276 h 189220"/>
                <a:gd name="csX3" fmla="*/ 262647 w 623481"/>
                <a:gd name="csY3" fmla="*/ 188865 h 189220"/>
                <a:gd name="csX4" fmla="*/ 0 w 623481"/>
                <a:gd name="csY4" fmla="*/ 94831 h 1892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23481" h="189220">
                  <a:moveTo>
                    <a:pt x="0" y="94831"/>
                  </a:moveTo>
                  <a:cubicBezTo>
                    <a:pt x="0" y="42897"/>
                    <a:pt x="158734" y="5723"/>
                    <a:pt x="262647" y="797"/>
                  </a:cubicBezTo>
                  <a:cubicBezTo>
                    <a:pt x="366560" y="-4129"/>
                    <a:pt x="623481" y="13342"/>
                    <a:pt x="623481" y="65276"/>
                  </a:cubicBezTo>
                  <a:cubicBezTo>
                    <a:pt x="623481" y="117210"/>
                    <a:pt x="366560" y="183939"/>
                    <a:pt x="262647" y="188865"/>
                  </a:cubicBezTo>
                  <a:cubicBezTo>
                    <a:pt x="158734" y="193791"/>
                    <a:pt x="0" y="146765"/>
                    <a:pt x="0" y="94831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38" name="Oval 15">
              <a:extLst>
                <a:ext uri="{FF2B5EF4-FFF2-40B4-BE49-F238E27FC236}">
                  <a16:creationId xmlns:a16="http://schemas.microsoft.com/office/drawing/2014/main" id="{0307720A-F418-F4C6-1B9A-C52287454FF2}"/>
                </a:ext>
              </a:extLst>
            </p:cNvPr>
            <p:cNvSpPr/>
            <p:nvPr/>
          </p:nvSpPr>
          <p:spPr>
            <a:xfrm rot="17720721">
              <a:off x="6162584" y="3440791"/>
              <a:ext cx="428121" cy="76467"/>
            </a:xfrm>
            <a:custGeom>
              <a:avLst/>
              <a:gdLst>
                <a:gd name="csX0" fmla="*/ 0 w 525294"/>
                <a:gd name="csY0" fmla="*/ 94034 h 188068"/>
                <a:gd name="csX1" fmla="*/ 262647 w 525294"/>
                <a:gd name="csY1" fmla="*/ 0 h 188068"/>
                <a:gd name="csX2" fmla="*/ 525294 w 525294"/>
                <a:gd name="csY2" fmla="*/ 94034 h 188068"/>
                <a:gd name="csX3" fmla="*/ 262647 w 525294"/>
                <a:gd name="csY3" fmla="*/ 188068 h 188068"/>
                <a:gd name="csX4" fmla="*/ 0 w 525294"/>
                <a:gd name="csY4" fmla="*/ 94034 h 188068"/>
                <a:gd name="csX0" fmla="*/ 0 w 623481"/>
                <a:gd name="csY0" fmla="*/ 94831 h 189220"/>
                <a:gd name="csX1" fmla="*/ 262647 w 623481"/>
                <a:gd name="csY1" fmla="*/ 797 h 189220"/>
                <a:gd name="csX2" fmla="*/ 623481 w 623481"/>
                <a:gd name="csY2" fmla="*/ 65276 h 189220"/>
                <a:gd name="csX3" fmla="*/ 262647 w 623481"/>
                <a:gd name="csY3" fmla="*/ 188865 h 189220"/>
                <a:gd name="csX4" fmla="*/ 0 w 623481"/>
                <a:gd name="csY4" fmla="*/ 94831 h 1892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23481" h="189220">
                  <a:moveTo>
                    <a:pt x="0" y="94831"/>
                  </a:moveTo>
                  <a:cubicBezTo>
                    <a:pt x="0" y="42897"/>
                    <a:pt x="158734" y="5723"/>
                    <a:pt x="262647" y="797"/>
                  </a:cubicBezTo>
                  <a:cubicBezTo>
                    <a:pt x="366560" y="-4129"/>
                    <a:pt x="623481" y="13342"/>
                    <a:pt x="623481" y="65276"/>
                  </a:cubicBezTo>
                  <a:cubicBezTo>
                    <a:pt x="623481" y="117210"/>
                    <a:pt x="366560" y="183939"/>
                    <a:pt x="262647" y="188865"/>
                  </a:cubicBezTo>
                  <a:cubicBezTo>
                    <a:pt x="158734" y="193791"/>
                    <a:pt x="0" y="146765"/>
                    <a:pt x="0" y="94831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40" name="Oval 15">
              <a:extLst>
                <a:ext uri="{FF2B5EF4-FFF2-40B4-BE49-F238E27FC236}">
                  <a16:creationId xmlns:a16="http://schemas.microsoft.com/office/drawing/2014/main" id="{0CD7B202-5966-24EC-B6C3-2001879D4628}"/>
                </a:ext>
              </a:extLst>
            </p:cNvPr>
            <p:cNvSpPr/>
            <p:nvPr/>
          </p:nvSpPr>
          <p:spPr>
            <a:xfrm rot="17826229">
              <a:off x="6168485" y="3764374"/>
              <a:ext cx="428121" cy="90431"/>
            </a:xfrm>
            <a:custGeom>
              <a:avLst/>
              <a:gdLst>
                <a:gd name="csX0" fmla="*/ 0 w 525294"/>
                <a:gd name="csY0" fmla="*/ 94034 h 188068"/>
                <a:gd name="csX1" fmla="*/ 262647 w 525294"/>
                <a:gd name="csY1" fmla="*/ 0 h 188068"/>
                <a:gd name="csX2" fmla="*/ 525294 w 525294"/>
                <a:gd name="csY2" fmla="*/ 94034 h 188068"/>
                <a:gd name="csX3" fmla="*/ 262647 w 525294"/>
                <a:gd name="csY3" fmla="*/ 188068 h 188068"/>
                <a:gd name="csX4" fmla="*/ 0 w 525294"/>
                <a:gd name="csY4" fmla="*/ 94034 h 188068"/>
                <a:gd name="csX0" fmla="*/ 0 w 623481"/>
                <a:gd name="csY0" fmla="*/ 94831 h 189220"/>
                <a:gd name="csX1" fmla="*/ 262647 w 623481"/>
                <a:gd name="csY1" fmla="*/ 797 h 189220"/>
                <a:gd name="csX2" fmla="*/ 623481 w 623481"/>
                <a:gd name="csY2" fmla="*/ 65276 h 189220"/>
                <a:gd name="csX3" fmla="*/ 262647 w 623481"/>
                <a:gd name="csY3" fmla="*/ 188865 h 189220"/>
                <a:gd name="csX4" fmla="*/ 0 w 623481"/>
                <a:gd name="csY4" fmla="*/ 94831 h 1892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23481" h="189220">
                  <a:moveTo>
                    <a:pt x="0" y="94831"/>
                  </a:moveTo>
                  <a:cubicBezTo>
                    <a:pt x="0" y="42897"/>
                    <a:pt x="158734" y="5723"/>
                    <a:pt x="262647" y="797"/>
                  </a:cubicBezTo>
                  <a:cubicBezTo>
                    <a:pt x="366560" y="-4129"/>
                    <a:pt x="623481" y="13342"/>
                    <a:pt x="623481" y="65276"/>
                  </a:cubicBezTo>
                  <a:cubicBezTo>
                    <a:pt x="623481" y="117210"/>
                    <a:pt x="366560" y="183939"/>
                    <a:pt x="262647" y="188865"/>
                  </a:cubicBezTo>
                  <a:cubicBezTo>
                    <a:pt x="158734" y="193791"/>
                    <a:pt x="0" y="146765"/>
                    <a:pt x="0" y="94831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4924CB9-E56C-60EE-1D03-56FAD016403D}"/>
              </a:ext>
            </a:extLst>
          </p:cNvPr>
          <p:cNvGrpSpPr/>
          <p:nvPr/>
        </p:nvGrpSpPr>
        <p:grpSpPr>
          <a:xfrm flipH="1">
            <a:off x="2997047" y="2187673"/>
            <a:ext cx="750300" cy="2737251"/>
            <a:chOff x="5677461" y="2176091"/>
            <a:chExt cx="750300" cy="2737251"/>
          </a:xfrm>
        </p:grpSpPr>
        <p:sp>
          <p:nvSpPr>
            <p:cNvPr id="43" name="Oval 15">
              <a:extLst>
                <a:ext uri="{FF2B5EF4-FFF2-40B4-BE49-F238E27FC236}">
                  <a16:creationId xmlns:a16="http://schemas.microsoft.com/office/drawing/2014/main" id="{6FAFF837-16C2-0713-E4AC-8F5046A999B9}"/>
                </a:ext>
              </a:extLst>
            </p:cNvPr>
            <p:cNvSpPr/>
            <p:nvPr/>
          </p:nvSpPr>
          <p:spPr>
            <a:xfrm rot="1439914" flipH="1">
              <a:off x="5873621" y="3072463"/>
              <a:ext cx="358584" cy="83907"/>
            </a:xfrm>
            <a:custGeom>
              <a:avLst/>
              <a:gdLst>
                <a:gd name="csX0" fmla="*/ 0 w 525294"/>
                <a:gd name="csY0" fmla="*/ 94034 h 188068"/>
                <a:gd name="csX1" fmla="*/ 262647 w 525294"/>
                <a:gd name="csY1" fmla="*/ 0 h 188068"/>
                <a:gd name="csX2" fmla="*/ 525294 w 525294"/>
                <a:gd name="csY2" fmla="*/ 94034 h 188068"/>
                <a:gd name="csX3" fmla="*/ 262647 w 525294"/>
                <a:gd name="csY3" fmla="*/ 188068 h 188068"/>
                <a:gd name="csX4" fmla="*/ 0 w 525294"/>
                <a:gd name="csY4" fmla="*/ 94034 h 188068"/>
                <a:gd name="csX0" fmla="*/ 0 w 623481"/>
                <a:gd name="csY0" fmla="*/ 94831 h 189220"/>
                <a:gd name="csX1" fmla="*/ 262647 w 623481"/>
                <a:gd name="csY1" fmla="*/ 797 h 189220"/>
                <a:gd name="csX2" fmla="*/ 623481 w 623481"/>
                <a:gd name="csY2" fmla="*/ 65276 h 189220"/>
                <a:gd name="csX3" fmla="*/ 262647 w 623481"/>
                <a:gd name="csY3" fmla="*/ 188865 h 189220"/>
                <a:gd name="csX4" fmla="*/ 0 w 623481"/>
                <a:gd name="csY4" fmla="*/ 94831 h 1892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23481" h="189220">
                  <a:moveTo>
                    <a:pt x="0" y="94831"/>
                  </a:moveTo>
                  <a:cubicBezTo>
                    <a:pt x="0" y="42897"/>
                    <a:pt x="158734" y="5723"/>
                    <a:pt x="262647" y="797"/>
                  </a:cubicBezTo>
                  <a:cubicBezTo>
                    <a:pt x="366560" y="-4129"/>
                    <a:pt x="623481" y="13342"/>
                    <a:pt x="623481" y="65276"/>
                  </a:cubicBezTo>
                  <a:cubicBezTo>
                    <a:pt x="623481" y="117210"/>
                    <a:pt x="366560" y="183939"/>
                    <a:pt x="262647" y="188865"/>
                  </a:cubicBezTo>
                  <a:cubicBezTo>
                    <a:pt x="158734" y="193791"/>
                    <a:pt x="0" y="146765"/>
                    <a:pt x="0" y="94831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44" name="Oval 15">
              <a:extLst>
                <a:ext uri="{FF2B5EF4-FFF2-40B4-BE49-F238E27FC236}">
                  <a16:creationId xmlns:a16="http://schemas.microsoft.com/office/drawing/2014/main" id="{D4EF5C35-6F13-CE1A-5BA5-E5919D67F4AA}"/>
                </a:ext>
              </a:extLst>
            </p:cNvPr>
            <p:cNvSpPr/>
            <p:nvPr/>
          </p:nvSpPr>
          <p:spPr>
            <a:xfrm rot="1297676" flipH="1">
              <a:off x="5677461" y="2648054"/>
              <a:ext cx="336104" cy="93295"/>
            </a:xfrm>
            <a:custGeom>
              <a:avLst/>
              <a:gdLst>
                <a:gd name="csX0" fmla="*/ 0 w 525294"/>
                <a:gd name="csY0" fmla="*/ 94034 h 188068"/>
                <a:gd name="csX1" fmla="*/ 262647 w 525294"/>
                <a:gd name="csY1" fmla="*/ 0 h 188068"/>
                <a:gd name="csX2" fmla="*/ 525294 w 525294"/>
                <a:gd name="csY2" fmla="*/ 94034 h 188068"/>
                <a:gd name="csX3" fmla="*/ 262647 w 525294"/>
                <a:gd name="csY3" fmla="*/ 188068 h 188068"/>
                <a:gd name="csX4" fmla="*/ 0 w 525294"/>
                <a:gd name="csY4" fmla="*/ 94034 h 188068"/>
                <a:gd name="csX0" fmla="*/ 0 w 623481"/>
                <a:gd name="csY0" fmla="*/ 94831 h 189220"/>
                <a:gd name="csX1" fmla="*/ 262647 w 623481"/>
                <a:gd name="csY1" fmla="*/ 797 h 189220"/>
                <a:gd name="csX2" fmla="*/ 623481 w 623481"/>
                <a:gd name="csY2" fmla="*/ 65276 h 189220"/>
                <a:gd name="csX3" fmla="*/ 262647 w 623481"/>
                <a:gd name="csY3" fmla="*/ 188865 h 189220"/>
                <a:gd name="csX4" fmla="*/ 0 w 623481"/>
                <a:gd name="csY4" fmla="*/ 94831 h 1892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23481" h="189220">
                  <a:moveTo>
                    <a:pt x="0" y="94831"/>
                  </a:moveTo>
                  <a:cubicBezTo>
                    <a:pt x="0" y="42897"/>
                    <a:pt x="158734" y="5723"/>
                    <a:pt x="262647" y="797"/>
                  </a:cubicBezTo>
                  <a:cubicBezTo>
                    <a:pt x="366560" y="-4129"/>
                    <a:pt x="623481" y="13342"/>
                    <a:pt x="623481" y="65276"/>
                  </a:cubicBezTo>
                  <a:cubicBezTo>
                    <a:pt x="623481" y="117210"/>
                    <a:pt x="366560" y="183939"/>
                    <a:pt x="262647" y="188865"/>
                  </a:cubicBezTo>
                  <a:cubicBezTo>
                    <a:pt x="158734" y="193791"/>
                    <a:pt x="0" y="146765"/>
                    <a:pt x="0" y="94831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45" name="Oval 15">
              <a:extLst>
                <a:ext uri="{FF2B5EF4-FFF2-40B4-BE49-F238E27FC236}">
                  <a16:creationId xmlns:a16="http://schemas.microsoft.com/office/drawing/2014/main" id="{0D57873D-3B98-B4B8-D745-1DCE537C6F86}"/>
                </a:ext>
              </a:extLst>
            </p:cNvPr>
            <p:cNvSpPr/>
            <p:nvPr/>
          </p:nvSpPr>
          <p:spPr>
            <a:xfrm rot="16971223">
              <a:off x="6035007" y="2816575"/>
              <a:ext cx="428121" cy="76467"/>
            </a:xfrm>
            <a:custGeom>
              <a:avLst/>
              <a:gdLst>
                <a:gd name="csX0" fmla="*/ 0 w 525294"/>
                <a:gd name="csY0" fmla="*/ 94034 h 188068"/>
                <a:gd name="csX1" fmla="*/ 262647 w 525294"/>
                <a:gd name="csY1" fmla="*/ 0 h 188068"/>
                <a:gd name="csX2" fmla="*/ 525294 w 525294"/>
                <a:gd name="csY2" fmla="*/ 94034 h 188068"/>
                <a:gd name="csX3" fmla="*/ 262647 w 525294"/>
                <a:gd name="csY3" fmla="*/ 188068 h 188068"/>
                <a:gd name="csX4" fmla="*/ 0 w 525294"/>
                <a:gd name="csY4" fmla="*/ 94034 h 188068"/>
                <a:gd name="csX0" fmla="*/ 0 w 623481"/>
                <a:gd name="csY0" fmla="*/ 94831 h 189220"/>
                <a:gd name="csX1" fmla="*/ 262647 w 623481"/>
                <a:gd name="csY1" fmla="*/ 797 h 189220"/>
                <a:gd name="csX2" fmla="*/ 623481 w 623481"/>
                <a:gd name="csY2" fmla="*/ 65276 h 189220"/>
                <a:gd name="csX3" fmla="*/ 262647 w 623481"/>
                <a:gd name="csY3" fmla="*/ 188865 h 189220"/>
                <a:gd name="csX4" fmla="*/ 0 w 623481"/>
                <a:gd name="csY4" fmla="*/ 94831 h 1892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23481" h="189220">
                  <a:moveTo>
                    <a:pt x="0" y="94831"/>
                  </a:moveTo>
                  <a:cubicBezTo>
                    <a:pt x="0" y="42897"/>
                    <a:pt x="158734" y="5723"/>
                    <a:pt x="262647" y="797"/>
                  </a:cubicBezTo>
                  <a:cubicBezTo>
                    <a:pt x="366560" y="-4129"/>
                    <a:pt x="623481" y="13342"/>
                    <a:pt x="623481" y="65276"/>
                  </a:cubicBezTo>
                  <a:cubicBezTo>
                    <a:pt x="623481" y="117210"/>
                    <a:pt x="366560" y="183939"/>
                    <a:pt x="262647" y="188865"/>
                  </a:cubicBezTo>
                  <a:cubicBezTo>
                    <a:pt x="158734" y="193791"/>
                    <a:pt x="0" y="146765"/>
                    <a:pt x="0" y="94831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46" name="Oval 15">
              <a:extLst>
                <a:ext uri="{FF2B5EF4-FFF2-40B4-BE49-F238E27FC236}">
                  <a16:creationId xmlns:a16="http://schemas.microsoft.com/office/drawing/2014/main" id="{D21E51AF-5437-6156-DBFD-1104AA7F5B95}"/>
                </a:ext>
              </a:extLst>
            </p:cNvPr>
            <p:cNvSpPr/>
            <p:nvPr/>
          </p:nvSpPr>
          <p:spPr>
            <a:xfrm rot="16672422">
              <a:off x="5925138" y="2645257"/>
              <a:ext cx="384004" cy="76570"/>
            </a:xfrm>
            <a:custGeom>
              <a:avLst/>
              <a:gdLst>
                <a:gd name="csX0" fmla="*/ 0 w 525294"/>
                <a:gd name="csY0" fmla="*/ 94034 h 188068"/>
                <a:gd name="csX1" fmla="*/ 262647 w 525294"/>
                <a:gd name="csY1" fmla="*/ 0 h 188068"/>
                <a:gd name="csX2" fmla="*/ 525294 w 525294"/>
                <a:gd name="csY2" fmla="*/ 94034 h 188068"/>
                <a:gd name="csX3" fmla="*/ 262647 w 525294"/>
                <a:gd name="csY3" fmla="*/ 188068 h 188068"/>
                <a:gd name="csX4" fmla="*/ 0 w 525294"/>
                <a:gd name="csY4" fmla="*/ 94034 h 188068"/>
                <a:gd name="csX0" fmla="*/ 0 w 623481"/>
                <a:gd name="csY0" fmla="*/ 94831 h 189220"/>
                <a:gd name="csX1" fmla="*/ 262647 w 623481"/>
                <a:gd name="csY1" fmla="*/ 797 h 189220"/>
                <a:gd name="csX2" fmla="*/ 623481 w 623481"/>
                <a:gd name="csY2" fmla="*/ 65276 h 189220"/>
                <a:gd name="csX3" fmla="*/ 262647 w 623481"/>
                <a:gd name="csY3" fmla="*/ 188865 h 189220"/>
                <a:gd name="csX4" fmla="*/ 0 w 623481"/>
                <a:gd name="csY4" fmla="*/ 94831 h 1892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23481" h="189220">
                  <a:moveTo>
                    <a:pt x="0" y="94831"/>
                  </a:moveTo>
                  <a:cubicBezTo>
                    <a:pt x="0" y="42897"/>
                    <a:pt x="158734" y="5723"/>
                    <a:pt x="262647" y="797"/>
                  </a:cubicBezTo>
                  <a:cubicBezTo>
                    <a:pt x="366560" y="-4129"/>
                    <a:pt x="623481" y="13342"/>
                    <a:pt x="623481" y="65276"/>
                  </a:cubicBezTo>
                  <a:cubicBezTo>
                    <a:pt x="623481" y="117210"/>
                    <a:pt x="366560" y="183939"/>
                    <a:pt x="262647" y="188865"/>
                  </a:cubicBezTo>
                  <a:cubicBezTo>
                    <a:pt x="158734" y="193791"/>
                    <a:pt x="0" y="146765"/>
                    <a:pt x="0" y="94831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47" name="Oval 15">
              <a:extLst>
                <a:ext uri="{FF2B5EF4-FFF2-40B4-BE49-F238E27FC236}">
                  <a16:creationId xmlns:a16="http://schemas.microsoft.com/office/drawing/2014/main" id="{6E3A296F-05C6-8F46-539F-94C0F890FDCF}"/>
                </a:ext>
              </a:extLst>
            </p:cNvPr>
            <p:cNvSpPr/>
            <p:nvPr/>
          </p:nvSpPr>
          <p:spPr>
            <a:xfrm rot="14162025">
              <a:off x="5581911" y="2324390"/>
              <a:ext cx="367317" cy="70720"/>
            </a:xfrm>
            <a:custGeom>
              <a:avLst/>
              <a:gdLst>
                <a:gd name="csX0" fmla="*/ 0 w 525294"/>
                <a:gd name="csY0" fmla="*/ 94034 h 188068"/>
                <a:gd name="csX1" fmla="*/ 262647 w 525294"/>
                <a:gd name="csY1" fmla="*/ 0 h 188068"/>
                <a:gd name="csX2" fmla="*/ 525294 w 525294"/>
                <a:gd name="csY2" fmla="*/ 94034 h 188068"/>
                <a:gd name="csX3" fmla="*/ 262647 w 525294"/>
                <a:gd name="csY3" fmla="*/ 188068 h 188068"/>
                <a:gd name="csX4" fmla="*/ 0 w 525294"/>
                <a:gd name="csY4" fmla="*/ 94034 h 188068"/>
                <a:gd name="csX0" fmla="*/ 0 w 623481"/>
                <a:gd name="csY0" fmla="*/ 94831 h 189220"/>
                <a:gd name="csX1" fmla="*/ 262647 w 623481"/>
                <a:gd name="csY1" fmla="*/ 797 h 189220"/>
                <a:gd name="csX2" fmla="*/ 623481 w 623481"/>
                <a:gd name="csY2" fmla="*/ 65276 h 189220"/>
                <a:gd name="csX3" fmla="*/ 262647 w 623481"/>
                <a:gd name="csY3" fmla="*/ 188865 h 189220"/>
                <a:gd name="csX4" fmla="*/ 0 w 623481"/>
                <a:gd name="csY4" fmla="*/ 94831 h 1892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23481" h="189220">
                  <a:moveTo>
                    <a:pt x="0" y="94831"/>
                  </a:moveTo>
                  <a:cubicBezTo>
                    <a:pt x="0" y="42897"/>
                    <a:pt x="158734" y="5723"/>
                    <a:pt x="262647" y="797"/>
                  </a:cubicBezTo>
                  <a:cubicBezTo>
                    <a:pt x="366560" y="-4129"/>
                    <a:pt x="623481" y="13342"/>
                    <a:pt x="623481" y="65276"/>
                  </a:cubicBezTo>
                  <a:cubicBezTo>
                    <a:pt x="623481" y="117210"/>
                    <a:pt x="366560" y="183939"/>
                    <a:pt x="262647" y="188865"/>
                  </a:cubicBezTo>
                  <a:cubicBezTo>
                    <a:pt x="158734" y="193791"/>
                    <a:pt x="0" y="146765"/>
                    <a:pt x="0" y="94831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48" name="Oval 15">
              <a:extLst>
                <a:ext uri="{FF2B5EF4-FFF2-40B4-BE49-F238E27FC236}">
                  <a16:creationId xmlns:a16="http://schemas.microsoft.com/office/drawing/2014/main" id="{3F0B0211-B378-78E4-AA21-DBEFB02A27D9}"/>
                </a:ext>
              </a:extLst>
            </p:cNvPr>
            <p:cNvSpPr/>
            <p:nvPr/>
          </p:nvSpPr>
          <p:spPr>
            <a:xfrm rot="2313172" flipH="1">
              <a:off x="5906204" y="3935761"/>
              <a:ext cx="368562" cy="86250"/>
            </a:xfrm>
            <a:custGeom>
              <a:avLst/>
              <a:gdLst>
                <a:gd name="csX0" fmla="*/ 0 w 525294"/>
                <a:gd name="csY0" fmla="*/ 94034 h 188068"/>
                <a:gd name="csX1" fmla="*/ 262647 w 525294"/>
                <a:gd name="csY1" fmla="*/ 0 h 188068"/>
                <a:gd name="csX2" fmla="*/ 525294 w 525294"/>
                <a:gd name="csY2" fmla="*/ 94034 h 188068"/>
                <a:gd name="csX3" fmla="*/ 262647 w 525294"/>
                <a:gd name="csY3" fmla="*/ 188068 h 188068"/>
                <a:gd name="csX4" fmla="*/ 0 w 525294"/>
                <a:gd name="csY4" fmla="*/ 94034 h 188068"/>
                <a:gd name="csX0" fmla="*/ 0 w 623481"/>
                <a:gd name="csY0" fmla="*/ 94831 h 189220"/>
                <a:gd name="csX1" fmla="*/ 262647 w 623481"/>
                <a:gd name="csY1" fmla="*/ 797 h 189220"/>
                <a:gd name="csX2" fmla="*/ 623481 w 623481"/>
                <a:gd name="csY2" fmla="*/ 65276 h 189220"/>
                <a:gd name="csX3" fmla="*/ 262647 w 623481"/>
                <a:gd name="csY3" fmla="*/ 188865 h 189220"/>
                <a:gd name="csX4" fmla="*/ 0 w 623481"/>
                <a:gd name="csY4" fmla="*/ 94831 h 1892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23481" h="189220">
                  <a:moveTo>
                    <a:pt x="0" y="94831"/>
                  </a:moveTo>
                  <a:cubicBezTo>
                    <a:pt x="0" y="42897"/>
                    <a:pt x="158734" y="5723"/>
                    <a:pt x="262647" y="797"/>
                  </a:cubicBezTo>
                  <a:cubicBezTo>
                    <a:pt x="366560" y="-4129"/>
                    <a:pt x="623481" y="13342"/>
                    <a:pt x="623481" y="65276"/>
                  </a:cubicBezTo>
                  <a:cubicBezTo>
                    <a:pt x="623481" y="117210"/>
                    <a:pt x="366560" y="183939"/>
                    <a:pt x="262647" y="188865"/>
                  </a:cubicBezTo>
                  <a:cubicBezTo>
                    <a:pt x="158734" y="193791"/>
                    <a:pt x="0" y="146765"/>
                    <a:pt x="0" y="94831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49" name="Oval 15">
              <a:extLst>
                <a:ext uri="{FF2B5EF4-FFF2-40B4-BE49-F238E27FC236}">
                  <a16:creationId xmlns:a16="http://schemas.microsoft.com/office/drawing/2014/main" id="{3C367B3E-4DDC-8E0B-D8A5-178B65B3830A}"/>
                </a:ext>
              </a:extLst>
            </p:cNvPr>
            <p:cNvSpPr/>
            <p:nvPr/>
          </p:nvSpPr>
          <p:spPr>
            <a:xfrm rot="2313172" flipH="1">
              <a:off x="5988751" y="3323709"/>
              <a:ext cx="291208" cy="92887"/>
            </a:xfrm>
            <a:custGeom>
              <a:avLst/>
              <a:gdLst>
                <a:gd name="csX0" fmla="*/ 0 w 525294"/>
                <a:gd name="csY0" fmla="*/ 94034 h 188068"/>
                <a:gd name="csX1" fmla="*/ 262647 w 525294"/>
                <a:gd name="csY1" fmla="*/ 0 h 188068"/>
                <a:gd name="csX2" fmla="*/ 525294 w 525294"/>
                <a:gd name="csY2" fmla="*/ 94034 h 188068"/>
                <a:gd name="csX3" fmla="*/ 262647 w 525294"/>
                <a:gd name="csY3" fmla="*/ 188068 h 188068"/>
                <a:gd name="csX4" fmla="*/ 0 w 525294"/>
                <a:gd name="csY4" fmla="*/ 94034 h 188068"/>
                <a:gd name="csX0" fmla="*/ 0 w 623481"/>
                <a:gd name="csY0" fmla="*/ 94831 h 189220"/>
                <a:gd name="csX1" fmla="*/ 262647 w 623481"/>
                <a:gd name="csY1" fmla="*/ 797 h 189220"/>
                <a:gd name="csX2" fmla="*/ 623481 w 623481"/>
                <a:gd name="csY2" fmla="*/ 65276 h 189220"/>
                <a:gd name="csX3" fmla="*/ 262647 w 623481"/>
                <a:gd name="csY3" fmla="*/ 188865 h 189220"/>
                <a:gd name="csX4" fmla="*/ 0 w 623481"/>
                <a:gd name="csY4" fmla="*/ 94831 h 1892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23481" h="189220">
                  <a:moveTo>
                    <a:pt x="0" y="94831"/>
                  </a:moveTo>
                  <a:cubicBezTo>
                    <a:pt x="0" y="42897"/>
                    <a:pt x="158734" y="5723"/>
                    <a:pt x="262647" y="797"/>
                  </a:cubicBezTo>
                  <a:cubicBezTo>
                    <a:pt x="366560" y="-4129"/>
                    <a:pt x="623481" y="13342"/>
                    <a:pt x="623481" y="65276"/>
                  </a:cubicBezTo>
                  <a:cubicBezTo>
                    <a:pt x="623481" y="117210"/>
                    <a:pt x="366560" y="183939"/>
                    <a:pt x="262647" y="188865"/>
                  </a:cubicBezTo>
                  <a:cubicBezTo>
                    <a:pt x="158734" y="193791"/>
                    <a:pt x="0" y="146765"/>
                    <a:pt x="0" y="94831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50" name="Oval 15">
              <a:extLst>
                <a:ext uri="{FF2B5EF4-FFF2-40B4-BE49-F238E27FC236}">
                  <a16:creationId xmlns:a16="http://schemas.microsoft.com/office/drawing/2014/main" id="{B7262E78-04A3-D083-F6EA-59AA24828B8F}"/>
                </a:ext>
              </a:extLst>
            </p:cNvPr>
            <p:cNvSpPr/>
            <p:nvPr/>
          </p:nvSpPr>
          <p:spPr>
            <a:xfrm rot="17214883">
              <a:off x="6115209" y="3106268"/>
              <a:ext cx="428121" cy="76467"/>
            </a:xfrm>
            <a:custGeom>
              <a:avLst/>
              <a:gdLst>
                <a:gd name="csX0" fmla="*/ 0 w 525294"/>
                <a:gd name="csY0" fmla="*/ 94034 h 188068"/>
                <a:gd name="csX1" fmla="*/ 262647 w 525294"/>
                <a:gd name="csY1" fmla="*/ 0 h 188068"/>
                <a:gd name="csX2" fmla="*/ 525294 w 525294"/>
                <a:gd name="csY2" fmla="*/ 94034 h 188068"/>
                <a:gd name="csX3" fmla="*/ 262647 w 525294"/>
                <a:gd name="csY3" fmla="*/ 188068 h 188068"/>
                <a:gd name="csX4" fmla="*/ 0 w 525294"/>
                <a:gd name="csY4" fmla="*/ 94034 h 188068"/>
                <a:gd name="csX0" fmla="*/ 0 w 623481"/>
                <a:gd name="csY0" fmla="*/ 94831 h 189220"/>
                <a:gd name="csX1" fmla="*/ 262647 w 623481"/>
                <a:gd name="csY1" fmla="*/ 797 h 189220"/>
                <a:gd name="csX2" fmla="*/ 623481 w 623481"/>
                <a:gd name="csY2" fmla="*/ 65276 h 189220"/>
                <a:gd name="csX3" fmla="*/ 262647 w 623481"/>
                <a:gd name="csY3" fmla="*/ 188865 h 189220"/>
                <a:gd name="csX4" fmla="*/ 0 w 623481"/>
                <a:gd name="csY4" fmla="*/ 94831 h 1892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23481" h="189220">
                  <a:moveTo>
                    <a:pt x="0" y="94831"/>
                  </a:moveTo>
                  <a:cubicBezTo>
                    <a:pt x="0" y="42897"/>
                    <a:pt x="158734" y="5723"/>
                    <a:pt x="262647" y="797"/>
                  </a:cubicBezTo>
                  <a:cubicBezTo>
                    <a:pt x="366560" y="-4129"/>
                    <a:pt x="623481" y="13342"/>
                    <a:pt x="623481" y="65276"/>
                  </a:cubicBezTo>
                  <a:cubicBezTo>
                    <a:pt x="623481" y="117210"/>
                    <a:pt x="366560" y="183939"/>
                    <a:pt x="262647" y="188865"/>
                  </a:cubicBezTo>
                  <a:cubicBezTo>
                    <a:pt x="158734" y="193791"/>
                    <a:pt x="0" y="146765"/>
                    <a:pt x="0" y="94831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7B9C2AAA-F11A-BDC2-FF63-3682DE58181C}"/>
                </a:ext>
              </a:extLst>
            </p:cNvPr>
            <p:cNvSpPr/>
            <p:nvPr/>
          </p:nvSpPr>
          <p:spPr>
            <a:xfrm>
              <a:off x="5799213" y="2487912"/>
              <a:ext cx="477954" cy="2425430"/>
            </a:xfrm>
            <a:custGeom>
              <a:avLst/>
              <a:gdLst>
                <a:gd name="csX0" fmla="*/ 32425 w 477954"/>
                <a:gd name="csY0" fmla="*/ 0 h 2425430"/>
                <a:gd name="csX1" fmla="*/ 239949 w 477954"/>
                <a:gd name="csY1" fmla="*/ 272374 h 2425430"/>
                <a:gd name="csX2" fmla="*/ 453957 w 477954"/>
                <a:gd name="csY2" fmla="*/ 791183 h 2425430"/>
                <a:gd name="csX3" fmla="*/ 453957 w 477954"/>
                <a:gd name="csY3" fmla="*/ 1543455 h 2425430"/>
                <a:gd name="csX4" fmla="*/ 285344 w 477954"/>
                <a:gd name="csY4" fmla="*/ 2049293 h 2425430"/>
                <a:gd name="csX5" fmla="*/ 0 w 477954"/>
                <a:gd name="csY5" fmla="*/ 2425430 h 2425430"/>
                <a:gd name="csX6" fmla="*/ 0 w 477954"/>
                <a:gd name="csY6" fmla="*/ 2425430 h 242543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77954" h="2425430">
                  <a:moveTo>
                    <a:pt x="32425" y="0"/>
                  </a:moveTo>
                  <a:cubicBezTo>
                    <a:pt x="101059" y="70255"/>
                    <a:pt x="169694" y="140510"/>
                    <a:pt x="239949" y="272374"/>
                  </a:cubicBezTo>
                  <a:cubicBezTo>
                    <a:pt x="310204" y="404238"/>
                    <a:pt x="418289" y="579336"/>
                    <a:pt x="453957" y="791183"/>
                  </a:cubicBezTo>
                  <a:cubicBezTo>
                    <a:pt x="489625" y="1003030"/>
                    <a:pt x="482059" y="1333770"/>
                    <a:pt x="453957" y="1543455"/>
                  </a:cubicBezTo>
                  <a:cubicBezTo>
                    <a:pt x="425855" y="1753140"/>
                    <a:pt x="361003" y="1902297"/>
                    <a:pt x="285344" y="2049293"/>
                  </a:cubicBezTo>
                  <a:cubicBezTo>
                    <a:pt x="209685" y="2196289"/>
                    <a:pt x="0" y="2425430"/>
                    <a:pt x="0" y="2425430"/>
                  </a:cubicBezTo>
                  <a:lnTo>
                    <a:pt x="0" y="2425430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52" name="Oval 15">
              <a:extLst>
                <a:ext uri="{FF2B5EF4-FFF2-40B4-BE49-F238E27FC236}">
                  <a16:creationId xmlns:a16="http://schemas.microsoft.com/office/drawing/2014/main" id="{3FB89EA5-4934-BEED-5695-259919F057F0}"/>
                </a:ext>
              </a:extLst>
            </p:cNvPr>
            <p:cNvSpPr/>
            <p:nvPr/>
          </p:nvSpPr>
          <p:spPr>
            <a:xfrm rot="1297676" flipH="1" flipV="1">
              <a:off x="5798965" y="2887846"/>
              <a:ext cx="336104" cy="74353"/>
            </a:xfrm>
            <a:custGeom>
              <a:avLst/>
              <a:gdLst>
                <a:gd name="csX0" fmla="*/ 0 w 525294"/>
                <a:gd name="csY0" fmla="*/ 94034 h 188068"/>
                <a:gd name="csX1" fmla="*/ 262647 w 525294"/>
                <a:gd name="csY1" fmla="*/ 0 h 188068"/>
                <a:gd name="csX2" fmla="*/ 525294 w 525294"/>
                <a:gd name="csY2" fmla="*/ 94034 h 188068"/>
                <a:gd name="csX3" fmla="*/ 262647 w 525294"/>
                <a:gd name="csY3" fmla="*/ 188068 h 188068"/>
                <a:gd name="csX4" fmla="*/ 0 w 525294"/>
                <a:gd name="csY4" fmla="*/ 94034 h 188068"/>
                <a:gd name="csX0" fmla="*/ 0 w 623481"/>
                <a:gd name="csY0" fmla="*/ 94831 h 189220"/>
                <a:gd name="csX1" fmla="*/ 262647 w 623481"/>
                <a:gd name="csY1" fmla="*/ 797 h 189220"/>
                <a:gd name="csX2" fmla="*/ 623481 w 623481"/>
                <a:gd name="csY2" fmla="*/ 65276 h 189220"/>
                <a:gd name="csX3" fmla="*/ 262647 w 623481"/>
                <a:gd name="csY3" fmla="*/ 188865 h 189220"/>
                <a:gd name="csX4" fmla="*/ 0 w 623481"/>
                <a:gd name="csY4" fmla="*/ 94831 h 1892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23481" h="189220">
                  <a:moveTo>
                    <a:pt x="0" y="94831"/>
                  </a:moveTo>
                  <a:cubicBezTo>
                    <a:pt x="0" y="42897"/>
                    <a:pt x="158734" y="5723"/>
                    <a:pt x="262647" y="797"/>
                  </a:cubicBezTo>
                  <a:cubicBezTo>
                    <a:pt x="366560" y="-4129"/>
                    <a:pt x="623481" y="13342"/>
                    <a:pt x="623481" y="65276"/>
                  </a:cubicBezTo>
                  <a:cubicBezTo>
                    <a:pt x="623481" y="117210"/>
                    <a:pt x="366560" y="183939"/>
                    <a:pt x="262647" y="188865"/>
                  </a:cubicBezTo>
                  <a:cubicBezTo>
                    <a:pt x="158734" y="193791"/>
                    <a:pt x="0" y="146765"/>
                    <a:pt x="0" y="94831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53" name="Oval 15">
              <a:extLst>
                <a:ext uri="{FF2B5EF4-FFF2-40B4-BE49-F238E27FC236}">
                  <a16:creationId xmlns:a16="http://schemas.microsoft.com/office/drawing/2014/main" id="{9B0F7939-8C3C-1B47-56E5-FCD2E7320C1B}"/>
                </a:ext>
              </a:extLst>
            </p:cNvPr>
            <p:cNvSpPr/>
            <p:nvPr/>
          </p:nvSpPr>
          <p:spPr>
            <a:xfrm rot="2313172" flipH="1">
              <a:off x="5931238" y="3687580"/>
              <a:ext cx="368562" cy="86250"/>
            </a:xfrm>
            <a:custGeom>
              <a:avLst/>
              <a:gdLst>
                <a:gd name="csX0" fmla="*/ 0 w 525294"/>
                <a:gd name="csY0" fmla="*/ 94034 h 188068"/>
                <a:gd name="csX1" fmla="*/ 262647 w 525294"/>
                <a:gd name="csY1" fmla="*/ 0 h 188068"/>
                <a:gd name="csX2" fmla="*/ 525294 w 525294"/>
                <a:gd name="csY2" fmla="*/ 94034 h 188068"/>
                <a:gd name="csX3" fmla="*/ 262647 w 525294"/>
                <a:gd name="csY3" fmla="*/ 188068 h 188068"/>
                <a:gd name="csX4" fmla="*/ 0 w 525294"/>
                <a:gd name="csY4" fmla="*/ 94034 h 188068"/>
                <a:gd name="csX0" fmla="*/ 0 w 623481"/>
                <a:gd name="csY0" fmla="*/ 94831 h 189220"/>
                <a:gd name="csX1" fmla="*/ 262647 w 623481"/>
                <a:gd name="csY1" fmla="*/ 797 h 189220"/>
                <a:gd name="csX2" fmla="*/ 623481 w 623481"/>
                <a:gd name="csY2" fmla="*/ 65276 h 189220"/>
                <a:gd name="csX3" fmla="*/ 262647 w 623481"/>
                <a:gd name="csY3" fmla="*/ 188865 h 189220"/>
                <a:gd name="csX4" fmla="*/ 0 w 623481"/>
                <a:gd name="csY4" fmla="*/ 94831 h 1892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23481" h="189220">
                  <a:moveTo>
                    <a:pt x="0" y="94831"/>
                  </a:moveTo>
                  <a:cubicBezTo>
                    <a:pt x="0" y="42897"/>
                    <a:pt x="158734" y="5723"/>
                    <a:pt x="262647" y="797"/>
                  </a:cubicBezTo>
                  <a:cubicBezTo>
                    <a:pt x="366560" y="-4129"/>
                    <a:pt x="623481" y="13342"/>
                    <a:pt x="623481" y="65276"/>
                  </a:cubicBezTo>
                  <a:cubicBezTo>
                    <a:pt x="623481" y="117210"/>
                    <a:pt x="366560" y="183939"/>
                    <a:pt x="262647" y="188865"/>
                  </a:cubicBezTo>
                  <a:cubicBezTo>
                    <a:pt x="158734" y="193791"/>
                    <a:pt x="0" y="146765"/>
                    <a:pt x="0" y="94831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54" name="Oval 15">
              <a:extLst>
                <a:ext uri="{FF2B5EF4-FFF2-40B4-BE49-F238E27FC236}">
                  <a16:creationId xmlns:a16="http://schemas.microsoft.com/office/drawing/2014/main" id="{FF8475F1-258E-3369-589F-52CAC3091364}"/>
                </a:ext>
              </a:extLst>
            </p:cNvPr>
            <p:cNvSpPr/>
            <p:nvPr/>
          </p:nvSpPr>
          <p:spPr>
            <a:xfrm rot="16599564">
              <a:off x="5800619" y="2388447"/>
              <a:ext cx="384004" cy="76570"/>
            </a:xfrm>
            <a:custGeom>
              <a:avLst/>
              <a:gdLst>
                <a:gd name="csX0" fmla="*/ 0 w 525294"/>
                <a:gd name="csY0" fmla="*/ 94034 h 188068"/>
                <a:gd name="csX1" fmla="*/ 262647 w 525294"/>
                <a:gd name="csY1" fmla="*/ 0 h 188068"/>
                <a:gd name="csX2" fmla="*/ 525294 w 525294"/>
                <a:gd name="csY2" fmla="*/ 94034 h 188068"/>
                <a:gd name="csX3" fmla="*/ 262647 w 525294"/>
                <a:gd name="csY3" fmla="*/ 188068 h 188068"/>
                <a:gd name="csX4" fmla="*/ 0 w 525294"/>
                <a:gd name="csY4" fmla="*/ 94034 h 188068"/>
                <a:gd name="csX0" fmla="*/ 0 w 623481"/>
                <a:gd name="csY0" fmla="*/ 94831 h 189220"/>
                <a:gd name="csX1" fmla="*/ 262647 w 623481"/>
                <a:gd name="csY1" fmla="*/ 797 h 189220"/>
                <a:gd name="csX2" fmla="*/ 623481 w 623481"/>
                <a:gd name="csY2" fmla="*/ 65276 h 189220"/>
                <a:gd name="csX3" fmla="*/ 262647 w 623481"/>
                <a:gd name="csY3" fmla="*/ 188865 h 189220"/>
                <a:gd name="csX4" fmla="*/ 0 w 623481"/>
                <a:gd name="csY4" fmla="*/ 94831 h 1892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23481" h="189220">
                  <a:moveTo>
                    <a:pt x="0" y="94831"/>
                  </a:moveTo>
                  <a:cubicBezTo>
                    <a:pt x="0" y="42897"/>
                    <a:pt x="158734" y="5723"/>
                    <a:pt x="262647" y="797"/>
                  </a:cubicBezTo>
                  <a:cubicBezTo>
                    <a:pt x="366560" y="-4129"/>
                    <a:pt x="623481" y="13342"/>
                    <a:pt x="623481" y="65276"/>
                  </a:cubicBezTo>
                  <a:cubicBezTo>
                    <a:pt x="623481" y="117210"/>
                    <a:pt x="366560" y="183939"/>
                    <a:pt x="262647" y="188865"/>
                  </a:cubicBezTo>
                  <a:cubicBezTo>
                    <a:pt x="158734" y="193791"/>
                    <a:pt x="0" y="146765"/>
                    <a:pt x="0" y="94831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55" name="Oval 15">
              <a:extLst>
                <a:ext uri="{FF2B5EF4-FFF2-40B4-BE49-F238E27FC236}">
                  <a16:creationId xmlns:a16="http://schemas.microsoft.com/office/drawing/2014/main" id="{584BD3D6-B213-B8EC-F585-1AA9AFDF1D1D}"/>
                </a:ext>
              </a:extLst>
            </p:cNvPr>
            <p:cNvSpPr/>
            <p:nvPr/>
          </p:nvSpPr>
          <p:spPr>
            <a:xfrm rot="17720721">
              <a:off x="6162584" y="3440791"/>
              <a:ext cx="428121" cy="76467"/>
            </a:xfrm>
            <a:custGeom>
              <a:avLst/>
              <a:gdLst>
                <a:gd name="csX0" fmla="*/ 0 w 525294"/>
                <a:gd name="csY0" fmla="*/ 94034 h 188068"/>
                <a:gd name="csX1" fmla="*/ 262647 w 525294"/>
                <a:gd name="csY1" fmla="*/ 0 h 188068"/>
                <a:gd name="csX2" fmla="*/ 525294 w 525294"/>
                <a:gd name="csY2" fmla="*/ 94034 h 188068"/>
                <a:gd name="csX3" fmla="*/ 262647 w 525294"/>
                <a:gd name="csY3" fmla="*/ 188068 h 188068"/>
                <a:gd name="csX4" fmla="*/ 0 w 525294"/>
                <a:gd name="csY4" fmla="*/ 94034 h 188068"/>
                <a:gd name="csX0" fmla="*/ 0 w 623481"/>
                <a:gd name="csY0" fmla="*/ 94831 h 189220"/>
                <a:gd name="csX1" fmla="*/ 262647 w 623481"/>
                <a:gd name="csY1" fmla="*/ 797 h 189220"/>
                <a:gd name="csX2" fmla="*/ 623481 w 623481"/>
                <a:gd name="csY2" fmla="*/ 65276 h 189220"/>
                <a:gd name="csX3" fmla="*/ 262647 w 623481"/>
                <a:gd name="csY3" fmla="*/ 188865 h 189220"/>
                <a:gd name="csX4" fmla="*/ 0 w 623481"/>
                <a:gd name="csY4" fmla="*/ 94831 h 1892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23481" h="189220">
                  <a:moveTo>
                    <a:pt x="0" y="94831"/>
                  </a:moveTo>
                  <a:cubicBezTo>
                    <a:pt x="0" y="42897"/>
                    <a:pt x="158734" y="5723"/>
                    <a:pt x="262647" y="797"/>
                  </a:cubicBezTo>
                  <a:cubicBezTo>
                    <a:pt x="366560" y="-4129"/>
                    <a:pt x="623481" y="13342"/>
                    <a:pt x="623481" y="65276"/>
                  </a:cubicBezTo>
                  <a:cubicBezTo>
                    <a:pt x="623481" y="117210"/>
                    <a:pt x="366560" y="183939"/>
                    <a:pt x="262647" y="188865"/>
                  </a:cubicBezTo>
                  <a:cubicBezTo>
                    <a:pt x="158734" y="193791"/>
                    <a:pt x="0" y="146765"/>
                    <a:pt x="0" y="94831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56" name="Oval 15">
              <a:extLst>
                <a:ext uri="{FF2B5EF4-FFF2-40B4-BE49-F238E27FC236}">
                  <a16:creationId xmlns:a16="http://schemas.microsoft.com/office/drawing/2014/main" id="{04CA388B-D493-2A41-8CD7-17F6FB22EF6F}"/>
                </a:ext>
              </a:extLst>
            </p:cNvPr>
            <p:cNvSpPr/>
            <p:nvPr/>
          </p:nvSpPr>
          <p:spPr>
            <a:xfrm rot="17826229">
              <a:off x="6168485" y="3764374"/>
              <a:ext cx="428121" cy="90431"/>
            </a:xfrm>
            <a:custGeom>
              <a:avLst/>
              <a:gdLst>
                <a:gd name="csX0" fmla="*/ 0 w 525294"/>
                <a:gd name="csY0" fmla="*/ 94034 h 188068"/>
                <a:gd name="csX1" fmla="*/ 262647 w 525294"/>
                <a:gd name="csY1" fmla="*/ 0 h 188068"/>
                <a:gd name="csX2" fmla="*/ 525294 w 525294"/>
                <a:gd name="csY2" fmla="*/ 94034 h 188068"/>
                <a:gd name="csX3" fmla="*/ 262647 w 525294"/>
                <a:gd name="csY3" fmla="*/ 188068 h 188068"/>
                <a:gd name="csX4" fmla="*/ 0 w 525294"/>
                <a:gd name="csY4" fmla="*/ 94034 h 188068"/>
                <a:gd name="csX0" fmla="*/ 0 w 623481"/>
                <a:gd name="csY0" fmla="*/ 94831 h 189220"/>
                <a:gd name="csX1" fmla="*/ 262647 w 623481"/>
                <a:gd name="csY1" fmla="*/ 797 h 189220"/>
                <a:gd name="csX2" fmla="*/ 623481 w 623481"/>
                <a:gd name="csY2" fmla="*/ 65276 h 189220"/>
                <a:gd name="csX3" fmla="*/ 262647 w 623481"/>
                <a:gd name="csY3" fmla="*/ 188865 h 189220"/>
                <a:gd name="csX4" fmla="*/ 0 w 623481"/>
                <a:gd name="csY4" fmla="*/ 94831 h 1892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23481" h="189220">
                  <a:moveTo>
                    <a:pt x="0" y="94831"/>
                  </a:moveTo>
                  <a:cubicBezTo>
                    <a:pt x="0" y="42897"/>
                    <a:pt x="158734" y="5723"/>
                    <a:pt x="262647" y="797"/>
                  </a:cubicBezTo>
                  <a:cubicBezTo>
                    <a:pt x="366560" y="-4129"/>
                    <a:pt x="623481" y="13342"/>
                    <a:pt x="623481" y="65276"/>
                  </a:cubicBezTo>
                  <a:cubicBezTo>
                    <a:pt x="623481" y="117210"/>
                    <a:pt x="366560" y="183939"/>
                    <a:pt x="262647" y="188865"/>
                  </a:cubicBezTo>
                  <a:cubicBezTo>
                    <a:pt x="158734" y="193791"/>
                    <a:pt x="0" y="146765"/>
                    <a:pt x="0" y="94831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</p:grpSp>
    </p:spTree>
    <p:extLst>
      <p:ext uri="{BB962C8B-B14F-4D97-AF65-F5344CB8AC3E}">
        <p14:creationId xmlns:p14="http://schemas.microsoft.com/office/powerpoint/2010/main" val="12753567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5A1A9FE-F415-8CA7-0F74-ACD579DD1D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7634" y="1523835"/>
            <a:ext cx="3456732" cy="3810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68322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38AE39-2E55-B6F0-B796-D40BA4350F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1DF721-31B4-4F4C-7FF3-FE3146EEB4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NZ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D751AC-D24A-A68C-B604-8EEFA3AD10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0877" y="1523835"/>
            <a:ext cx="4310246" cy="3810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23738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9791499-87D0-12FA-32C0-47C434CAD2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88" r="16127" b="12077"/>
          <a:stretch>
            <a:fillRect/>
          </a:stretch>
        </p:blipFill>
        <p:spPr>
          <a:xfrm>
            <a:off x="6928306" y="813571"/>
            <a:ext cx="2594042" cy="3349867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17605558-2554-C262-D5F6-F7B4F6886C7E}"/>
              </a:ext>
            </a:extLst>
          </p:cNvPr>
          <p:cNvGrpSpPr/>
          <p:nvPr/>
        </p:nvGrpSpPr>
        <p:grpSpPr>
          <a:xfrm>
            <a:off x="1572114" y="1745136"/>
            <a:ext cx="591053" cy="2470190"/>
            <a:chOff x="1763631" y="2008038"/>
            <a:chExt cx="591053" cy="2470190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D3DE8BF-502B-35D3-C31A-769FD2B5988A}"/>
                </a:ext>
              </a:extLst>
            </p:cNvPr>
            <p:cNvSpPr/>
            <p:nvPr/>
          </p:nvSpPr>
          <p:spPr>
            <a:xfrm>
              <a:off x="1923562" y="2302743"/>
              <a:ext cx="257713" cy="2175485"/>
            </a:xfrm>
            <a:custGeom>
              <a:avLst/>
              <a:gdLst>
                <a:gd name="csX0" fmla="*/ 571913 w 708101"/>
                <a:gd name="csY0" fmla="*/ 2341123 h 2341123"/>
                <a:gd name="csX1" fmla="*/ 1224 w 708101"/>
                <a:gd name="csY1" fmla="*/ 1063557 h 2341123"/>
                <a:gd name="csX2" fmla="*/ 708101 w 708101"/>
                <a:gd name="csY2" fmla="*/ 0 h 2341123"/>
                <a:gd name="csX3" fmla="*/ 708101 w 708101"/>
                <a:gd name="csY3" fmla="*/ 0 h 23411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08101" h="2341123">
                  <a:moveTo>
                    <a:pt x="571913" y="2341123"/>
                  </a:moveTo>
                  <a:cubicBezTo>
                    <a:pt x="275219" y="1897433"/>
                    <a:pt x="-21474" y="1453744"/>
                    <a:pt x="1224" y="1063557"/>
                  </a:cubicBezTo>
                  <a:cubicBezTo>
                    <a:pt x="23922" y="673370"/>
                    <a:pt x="708101" y="0"/>
                    <a:pt x="708101" y="0"/>
                  </a:cubicBezTo>
                  <a:lnTo>
                    <a:pt x="708101" y="0"/>
                  </a:lnTo>
                </a:path>
              </a:pathLst>
            </a:custGeom>
            <a:ln w="38100">
              <a:solidFill>
                <a:schemeClr val="accent6">
                  <a:lumMod val="50000"/>
                </a:schemeClr>
              </a:solidFill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7" name="Oval 15">
              <a:extLst>
                <a:ext uri="{FF2B5EF4-FFF2-40B4-BE49-F238E27FC236}">
                  <a16:creationId xmlns:a16="http://schemas.microsoft.com/office/drawing/2014/main" id="{50A54E7B-3E86-C887-16AB-9E44D02CF6E9}"/>
                </a:ext>
              </a:extLst>
            </p:cNvPr>
            <p:cNvSpPr/>
            <p:nvPr/>
          </p:nvSpPr>
          <p:spPr>
            <a:xfrm rot="19286828">
              <a:off x="1996100" y="3897440"/>
              <a:ext cx="358584" cy="83907"/>
            </a:xfrm>
            <a:custGeom>
              <a:avLst/>
              <a:gdLst>
                <a:gd name="csX0" fmla="*/ 0 w 525294"/>
                <a:gd name="csY0" fmla="*/ 94034 h 188068"/>
                <a:gd name="csX1" fmla="*/ 262647 w 525294"/>
                <a:gd name="csY1" fmla="*/ 0 h 188068"/>
                <a:gd name="csX2" fmla="*/ 525294 w 525294"/>
                <a:gd name="csY2" fmla="*/ 94034 h 188068"/>
                <a:gd name="csX3" fmla="*/ 262647 w 525294"/>
                <a:gd name="csY3" fmla="*/ 188068 h 188068"/>
                <a:gd name="csX4" fmla="*/ 0 w 525294"/>
                <a:gd name="csY4" fmla="*/ 94034 h 188068"/>
                <a:gd name="csX0" fmla="*/ 0 w 623481"/>
                <a:gd name="csY0" fmla="*/ 94831 h 189220"/>
                <a:gd name="csX1" fmla="*/ 262647 w 623481"/>
                <a:gd name="csY1" fmla="*/ 797 h 189220"/>
                <a:gd name="csX2" fmla="*/ 623481 w 623481"/>
                <a:gd name="csY2" fmla="*/ 65276 h 189220"/>
                <a:gd name="csX3" fmla="*/ 262647 w 623481"/>
                <a:gd name="csY3" fmla="*/ 188865 h 189220"/>
                <a:gd name="csX4" fmla="*/ 0 w 623481"/>
                <a:gd name="csY4" fmla="*/ 94831 h 1892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23481" h="189220">
                  <a:moveTo>
                    <a:pt x="0" y="94831"/>
                  </a:moveTo>
                  <a:cubicBezTo>
                    <a:pt x="0" y="42897"/>
                    <a:pt x="158734" y="5723"/>
                    <a:pt x="262647" y="797"/>
                  </a:cubicBezTo>
                  <a:cubicBezTo>
                    <a:pt x="366560" y="-4129"/>
                    <a:pt x="623481" y="13342"/>
                    <a:pt x="623481" y="65276"/>
                  </a:cubicBezTo>
                  <a:cubicBezTo>
                    <a:pt x="623481" y="117210"/>
                    <a:pt x="366560" y="183939"/>
                    <a:pt x="262647" y="188865"/>
                  </a:cubicBezTo>
                  <a:cubicBezTo>
                    <a:pt x="158734" y="193791"/>
                    <a:pt x="0" y="146765"/>
                    <a:pt x="0" y="94831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8" name="Oval 15">
              <a:extLst>
                <a:ext uri="{FF2B5EF4-FFF2-40B4-BE49-F238E27FC236}">
                  <a16:creationId xmlns:a16="http://schemas.microsoft.com/office/drawing/2014/main" id="{D8380408-C51C-BEDA-6470-9B7FFD5DDC0C}"/>
                </a:ext>
              </a:extLst>
            </p:cNvPr>
            <p:cNvSpPr/>
            <p:nvPr/>
          </p:nvSpPr>
          <p:spPr>
            <a:xfrm rot="18624200">
              <a:off x="2118585" y="2148778"/>
              <a:ext cx="327199" cy="45719"/>
            </a:xfrm>
            <a:custGeom>
              <a:avLst/>
              <a:gdLst>
                <a:gd name="csX0" fmla="*/ 0 w 525294"/>
                <a:gd name="csY0" fmla="*/ 94034 h 188068"/>
                <a:gd name="csX1" fmla="*/ 262647 w 525294"/>
                <a:gd name="csY1" fmla="*/ 0 h 188068"/>
                <a:gd name="csX2" fmla="*/ 525294 w 525294"/>
                <a:gd name="csY2" fmla="*/ 94034 h 188068"/>
                <a:gd name="csX3" fmla="*/ 262647 w 525294"/>
                <a:gd name="csY3" fmla="*/ 188068 h 188068"/>
                <a:gd name="csX4" fmla="*/ 0 w 525294"/>
                <a:gd name="csY4" fmla="*/ 94034 h 188068"/>
                <a:gd name="csX0" fmla="*/ 0 w 623481"/>
                <a:gd name="csY0" fmla="*/ 94831 h 189220"/>
                <a:gd name="csX1" fmla="*/ 262647 w 623481"/>
                <a:gd name="csY1" fmla="*/ 797 h 189220"/>
                <a:gd name="csX2" fmla="*/ 623481 w 623481"/>
                <a:gd name="csY2" fmla="*/ 65276 h 189220"/>
                <a:gd name="csX3" fmla="*/ 262647 w 623481"/>
                <a:gd name="csY3" fmla="*/ 188865 h 189220"/>
                <a:gd name="csX4" fmla="*/ 0 w 623481"/>
                <a:gd name="csY4" fmla="*/ 94831 h 1892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23481" h="189220">
                  <a:moveTo>
                    <a:pt x="0" y="94831"/>
                  </a:moveTo>
                  <a:cubicBezTo>
                    <a:pt x="0" y="42897"/>
                    <a:pt x="158734" y="5723"/>
                    <a:pt x="262647" y="797"/>
                  </a:cubicBezTo>
                  <a:cubicBezTo>
                    <a:pt x="366560" y="-4129"/>
                    <a:pt x="623481" y="13342"/>
                    <a:pt x="623481" y="65276"/>
                  </a:cubicBezTo>
                  <a:cubicBezTo>
                    <a:pt x="623481" y="117210"/>
                    <a:pt x="366560" y="183939"/>
                    <a:pt x="262647" y="188865"/>
                  </a:cubicBezTo>
                  <a:cubicBezTo>
                    <a:pt x="158734" y="193791"/>
                    <a:pt x="0" y="146765"/>
                    <a:pt x="0" y="94831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9" name="Oval 15">
              <a:extLst>
                <a:ext uri="{FF2B5EF4-FFF2-40B4-BE49-F238E27FC236}">
                  <a16:creationId xmlns:a16="http://schemas.microsoft.com/office/drawing/2014/main" id="{E3AEF77A-AEAA-3F76-1211-C37D6B1FC218}"/>
                </a:ext>
              </a:extLst>
            </p:cNvPr>
            <p:cNvSpPr/>
            <p:nvPr/>
          </p:nvSpPr>
          <p:spPr>
            <a:xfrm rot="3067841" flipH="1">
              <a:off x="1587804" y="3263939"/>
              <a:ext cx="428121" cy="76467"/>
            </a:xfrm>
            <a:custGeom>
              <a:avLst/>
              <a:gdLst>
                <a:gd name="csX0" fmla="*/ 0 w 525294"/>
                <a:gd name="csY0" fmla="*/ 94034 h 188068"/>
                <a:gd name="csX1" fmla="*/ 262647 w 525294"/>
                <a:gd name="csY1" fmla="*/ 0 h 188068"/>
                <a:gd name="csX2" fmla="*/ 525294 w 525294"/>
                <a:gd name="csY2" fmla="*/ 94034 h 188068"/>
                <a:gd name="csX3" fmla="*/ 262647 w 525294"/>
                <a:gd name="csY3" fmla="*/ 188068 h 188068"/>
                <a:gd name="csX4" fmla="*/ 0 w 525294"/>
                <a:gd name="csY4" fmla="*/ 94034 h 188068"/>
                <a:gd name="csX0" fmla="*/ 0 w 623481"/>
                <a:gd name="csY0" fmla="*/ 94831 h 189220"/>
                <a:gd name="csX1" fmla="*/ 262647 w 623481"/>
                <a:gd name="csY1" fmla="*/ 797 h 189220"/>
                <a:gd name="csX2" fmla="*/ 623481 w 623481"/>
                <a:gd name="csY2" fmla="*/ 65276 h 189220"/>
                <a:gd name="csX3" fmla="*/ 262647 w 623481"/>
                <a:gd name="csY3" fmla="*/ 188865 h 189220"/>
                <a:gd name="csX4" fmla="*/ 0 w 623481"/>
                <a:gd name="csY4" fmla="*/ 94831 h 1892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23481" h="189220">
                  <a:moveTo>
                    <a:pt x="0" y="94831"/>
                  </a:moveTo>
                  <a:cubicBezTo>
                    <a:pt x="0" y="42897"/>
                    <a:pt x="158734" y="5723"/>
                    <a:pt x="262647" y="797"/>
                  </a:cubicBezTo>
                  <a:cubicBezTo>
                    <a:pt x="366560" y="-4129"/>
                    <a:pt x="623481" y="13342"/>
                    <a:pt x="623481" y="65276"/>
                  </a:cubicBezTo>
                  <a:cubicBezTo>
                    <a:pt x="623481" y="117210"/>
                    <a:pt x="366560" y="183939"/>
                    <a:pt x="262647" y="188865"/>
                  </a:cubicBezTo>
                  <a:cubicBezTo>
                    <a:pt x="158734" y="193791"/>
                    <a:pt x="0" y="146765"/>
                    <a:pt x="0" y="94831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20" name="Oval 15">
              <a:extLst>
                <a:ext uri="{FF2B5EF4-FFF2-40B4-BE49-F238E27FC236}">
                  <a16:creationId xmlns:a16="http://schemas.microsoft.com/office/drawing/2014/main" id="{E8AEB632-A788-FFEB-7976-C7D0E9784FC1}"/>
                </a:ext>
              </a:extLst>
            </p:cNvPr>
            <p:cNvSpPr/>
            <p:nvPr/>
          </p:nvSpPr>
          <p:spPr>
            <a:xfrm rot="3683002" flipH="1">
              <a:off x="1680082" y="2801327"/>
              <a:ext cx="384004" cy="56911"/>
            </a:xfrm>
            <a:custGeom>
              <a:avLst/>
              <a:gdLst>
                <a:gd name="csX0" fmla="*/ 0 w 525294"/>
                <a:gd name="csY0" fmla="*/ 94034 h 188068"/>
                <a:gd name="csX1" fmla="*/ 262647 w 525294"/>
                <a:gd name="csY1" fmla="*/ 0 h 188068"/>
                <a:gd name="csX2" fmla="*/ 525294 w 525294"/>
                <a:gd name="csY2" fmla="*/ 94034 h 188068"/>
                <a:gd name="csX3" fmla="*/ 262647 w 525294"/>
                <a:gd name="csY3" fmla="*/ 188068 h 188068"/>
                <a:gd name="csX4" fmla="*/ 0 w 525294"/>
                <a:gd name="csY4" fmla="*/ 94034 h 188068"/>
                <a:gd name="csX0" fmla="*/ 0 w 623481"/>
                <a:gd name="csY0" fmla="*/ 94831 h 189220"/>
                <a:gd name="csX1" fmla="*/ 262647 w 623481"/>
                <a:gd name="csY1" fmla="*/ 797 h 189220"/>
                <a:gd name="csX2" fmla="*/ 623481 w 623481"/>
                <a:gd name="csY2" fmla="*/ 65276 h 189220"/>
                <a:gd name="csX3" fmla="*/ 262647 w 623481"/>
                <a:gd name="csY3" fmla="*/ 188865 h 189220"/>
                <a:gd name="csX4" fmla="*/ 0 w 623481"/>
                <a:gd name="csY4" fmla="*/ 94831 h 1892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23481" h="189220">
                  <a:moveTo>
                    <a:pt x="0" y="94831"/>
                  </a:moveTo>
                  <a:cubicBezTo>
                    <a:pt x="0" y="42897"/>
                    <a:pt x="158734" y="5723"/>
                    <a:pt x="262647" y="797"/>
                  </a:cubicBezTo>
                  <a:cubicBezTo>
                    <a:pt x="366560" y="-4129"/>
                    <a:pt x="623481" y="13342"/>
                    <a:pt x="623481" y="65276"/>
                  </a:cubicBezTo>
                  <a:cubicBezTo>
                    <a:pt x="623481" y="117210"/>
                    <a:pt x="366560" y="183939"/>
                    <a:pt x="262647" y="188865"/>
                  </a:cubicBezTo>
                  <a:cubicBezTo>
                    <a:pt x="158734" y="193791"/>
                    <a:pt x="0" y="146765"/>
                    <a:pt x="0" y="94831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21" name="Oval 15">
              <a:extLst>
                <a:ext uri="{FF2B5EF4-FFF2-40B4-BE49-F238E27FC236}">
                  <a16:creationId xmlns:a16="http://schemas.microsoft.com/office/drawing/2014/main" id="{9B593418-2A3F-D532-51E7-593043F7481B}"/>
                </a:ext>
              </a:extLst>
            </p:cNvPr>
            <p:cNvSpPr/>
            <p:nvPr/>
          </p:nvSpPr>
          <p:spPr>
            <a:xfrm rot="5158366" flipH="1">
              <a:off x="1928466" y="2389480"/>
              <a:ext cx="271936" cy="55089"/>
            </a:xfrm>
            <a:custGeom>
              <a:avLst/>
              <a:gdLst>
                <a:gd name="csX0" fmla="*/ 0 w 525294"/>
                <a:gd name="csY0" fmla="*/ 94034 h 188068"/>
                <a:gd name="csX1" fmla="*/ 262647 w 525294"/>
                <a:gd name="csY1" fmla="*/ 0 h 188068"/>
                <a:gd name="csX2" fmla="*/ 525294 w 525294"/>
                <a:gd name="csY2" fmla="*/ 94034 h 188068"/>
                <a:gd name="csX3" fmla="*/ 262647 w 525294"/>
                <a:gd name="csY3" fmla="*/ 188068 h 188068"/>
                <a:gd name="csX4" fmla="*/ 0 w 525294"/>
                <a:gd name="csY4" fmla="*/ 94034 h 188068"/>
                <a:gd name="csX0" fmla="*/ 0 w 623481"/>
                <a:gd name="csY0" fmla="*/ 94831 h 189220"/>
                <a:gd name="csX1" fmla="*/ 262647 w 623481"/>
                <a:gd name="csY1" fmla="*/ 797 h 189220"/>
                <a:gd name="csX2" fmla="*/ 623481 w 623481"/>
                <a:gd name="csY2" fmla="*/ 65276 h 189220"/>
                <a:gd name="csX3" fmla="*/ 262647 w 623481"/>
                <a:gd name="csY3" fmla="*/ 188865 h 189220"/>
                <a:gd name="csX4" fmla="*/ 0 w 623481"/>
                <a:gd name="csY4" fmla="*/ 94831 h 1892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23481" h="189220">
                  <a:moveTo>
                    <a:pt x="0" y="94831"/>
                  </a:moveTo>
                  <a:cubicBezTo>
                    <a:pt x="0" y="42897"/>
                    <a:pt x="158734" y="5723"/>
                    <a:pt x="262647" y="797"/>
                  </a:cubicBezTo>
                  <a:cubicBezTo>
                    <a:pt x="366560" y="-4129"/>
                    <a:pt x="623481" y="13342"/>
                    <a:pt x="623481" y="65276"/>
                  </a:cubicBezTo>
                  <a:cubicBezTo>
                    <a:pt x="623481" y="117210"/>
                    <a:pt x="366560" y="183939"/>
                    <a:pt x="262647" y="188865"/>
                  </a:cubicBezTo>
                  <a:cubicBezTo>
                    <a:pt x="158734" y="193791"/>
                    <a:pt x="0" y="146765"/>
                    <a:pt x="0" y="94831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22" name="Oval 15">
              <a:extLst>
                <a:ext uri="{FF2B5EF4-FFF2-40B4-BE49-F238E27FC236}">
                  <a16:creationId xmlns:a16="http://schemas.microsoft.com/office/drawing/2014/main" id="{741F6006-5DBA-CE7D-1291-390F5890E47A}"/>
                </a:ext>
              </a:extLst>
            </p:cNvPr>
            <p:cNvSpPr/>
            <p:nvPr/>
          </p:nvSpPr>
          <p:spPr>
            <a:xfrm rot="19286828">
              <a:off x="1907716" y="3497653"/>
              <a:ext cx="368562" cy="86250"/>
            </a:xfrm>
            <a:custGeom>
              <a:avLst/>
              <a:gdLst>
                <a:gd name="csX0" fmla="*/ 0 w 525294"/>
                <a:gd name="csY0" fmla="*/ 94034 h 188068"/>
                <a:gd name="csX1" fmla="*/ 262647 w 525294"/>
                <a:gd name="csY1" fmla="*/ 0 h 188068"/>
                <a:gd name="csX2" fmla="*/ 525294 w 525294"/>
                <a:gd name="csY2" fmla="*/ 94034 h 188068"/>
                <a:gd name="csX3" fmla="*/ 262647 w 525294"/>
                <a:gd name="csY3" fmla="*/ 188068 h 188068"/>
                <a:gd name="csX4" fmla="*/ 0 w 525294"/>
                <a:gd name="csY4" fmla="*/ 94034 h 188068"/>
                <a:gd name="csX0" fmla="*/ 0 w 623481"/>
                <a:gd name="csY0" fmla="*/ 94831 h 189220"/>
                <a:gd name="csX1" fmla="*/ 262647 w 623481"/>
                <a:gd name="csY1" fmla="*/ 797 h 189220"/>
                <a:gd name="csX2" fmla="*/ 623481 w 623481"/>
                <a:gd name="csY2" fmla="*/ 65276 h 189220"/>
                <a:gd name="csX3" fmla="*/ 262647 w 623481"/>
                <a:gd name="csY3" fmla="*/ 188865 h 189220"/>
                <a:gd name="csX4" fmla="*/ 0 w 623481"/>
                <a:gd name="csY4" fmla="*/ 94831 h 1892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23481" h="189220">
                  <a:moveTo>
                    <a:pt x="0" y="94831"/>
                  </a:moveTo>
                  <a:cubicBezTo>
                    <a:pt x="0" y="42897"/>
                    <a:pt x="158734" y="5723"/>
                    <a:pt x="262647" y="797"/>
                  </a:cubicBezTo>
                  <a:cubicBezTo>
                    <a:pt x="366560" y="-4129"/>
                    <a:pt x="623481" y="13342"/>
                    <a:pt x="623481" y="65276"/>
                  </a:cubicBezTo>
                  <a:cubicBezTo>
                    <a:pt x="623481" y="117210"/>
                    <a:pt x="366560" y="183939"/>
                    <a:pt x="262647" y="188865"/>
                  </a:cubicBezTo>
                  <a:cubicBezTo>
                    <a:pt x="158734" y="193791"/>
                    <a:pt x="0" y="146765"/>
                    <a:pt x="0" y="94831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23" name="Oval 15">
              <a:extLst>
                <a:ext uri="{FF2B5EF4-FFF2-40B4-BE49-F238E27FC236}">
                  <a16:creationId xmlns:a16="http://schemas.microsoft.com/office/drawing/2014/main" id="{056AAE6B-01D4-C4A2-D3B2-57A220F3A096}"/>
                </a:ext>
              </a:extLst>
            </p:cNvPr>
            <p:cNvSpPr/>
            <p:nvPr/>
          </p:nvSpPr>
          <p:spPr>
            <a:xfrm rot="19286828">
              <a:off x="2004759" y="2607654"/>
              <a:ext cx="291208" cy="92887"/>
            </a:xfrm>
            <a:custGeom>
              <a:avLst/>
              <a:gdLst>
                <a:gd name="csX0" fmla="*/ 0 w 525294"/>
                <a:gd name="csY0" fmla="*/ 94034 h 188068"/>
                <a:gd name="csX1" fmla="*/ 262647 w 525294"/>
                <a:gd name="csY1" fmla="*/ 0 h 188068"/>
                <a:gd name="csX2" fmla="*/ 525294 w 525294"/>
                <a:gd name="csY2" fmla="*/ 94034 h 188068"/>
                <a:gd name="csX3" fmla="*/ 262647 w 525294"/>
                <a:gd name="csY3" fmla="*/ 188068 h 188068"/>
                <a:gd name="csX4" fmla="*/ 0 w 525294"/>
                <a:gd name="csY4" fmla="*/ 94034 h 188068"/>
                <a:gd name="csX0" fmla="*/ 0 w 623481"/>
                <a:gd name="csY0" fmla="*/ 94831 h 189220"/>
                <a:gd name="csX1" fmla="*/ 262647 w 623481"/>
                <a:gd name="csY1" fmla="*/ 797 h 189220"/>
                <a:gd name="csX2" fmla="*/ 623481 w 623481"/>
                <a:gd name="csY2" fmla="*/ 65276 h 189220"/>
                <a:gd name="csX3" fmla="*/ 262647 w 623481"/>
                <a:gd name="csY3" fmla="*/ 188865 h 189220"/>
                <a:gd name="csX4" fmla="*/ 0 w 623481"/>
                <a:gd name="csY4" fmla="*/ 94831 h 1892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23481" h="189220">
                  <a:moveTo>
                    <a:pt x="0" y="94831"/>
                  </a:moveTo>
                  <a:cubicBezTo>
                    <a:pt x="0" y="42897"/>
                    <a:pt x="158734" y="5723"/>
                    <a:pt x="262647" y="797"/>
                  </a:cubicBezTo>
                  <a:cubicBezTo>
                    <a:pt x="366560" y="-4129"/>
                    <a:pt x="623481" y="13342"/>
                    <a:pt x="623481" y="65276"/>
                  </a:cubicBezTo>
                  <a:cubicBezTo>
                    <a:pt x="623481" y="117210"/>
                    <a:pt x="366560" y="183939"/>
                    <a:pt x="262647" y="188865"/>
                  </a:cubicBezTo>
                  <a:cubicBezTo>
                    <a:pt x="158734" y="193791"/>
                    <a:pt x="0" y="146765"/>
                    <a:pt x="0" y="94831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24" name="Oval 15">
              <a:extLst>
                <a:ext uri="{FF2B5EF4-FFF2-40B4-BE49-F238E27FC236}">
                  <a16:creationId xmlns:a16="http://schemas.microsoft.com/office/drawing/2014/main" id="{E105770A-9056-2A88-1BD2-8AA570CEB2C4}"/>
                </a:ext>
              </a:extLst>
            </p:cNvPr>
            <p:cNvSpPr/>
            <p:nvPr/>
          </p:nvSpPr>
          <p:spPr>
            <a:xfrm rot="19286828">
              <a:off x="1922696" y="3037895"/>
              <a:ext cx="291208" cy="92887"/>
            </a:xfrm>
            <a:custGeom>
              <a:avLst/>
              <a:gdLst>
                <a:gd name="csX0" fmla="*/ 0 w 525294"/>
                <a:gd name="csY0" fmla="*/ 94034 h 188068"/>
                <a:gd name="csX1" fmla="*/ 262647 w 525294"/>
                <a:gd name="csY1" fmla="*/ 0 h 188068"/>
                <a:gd name="csX2" fmla="*/ 525294 w 525294"/>
                <a:gd name="csY2" fmla="*/ 94034 h 188068"/>
                <a:gd name="csX3" fmla="*/ 262647 w 525294"/>
                <a:gd name="csY3" fmla="*/ 188068 h 188068"/>
                <a:gd name="csX4" fmla="*/ 0 w 525294"/>
                <a:gd name="csY4" fmla="*/ 94034 h 188068"/>
                <a:gd name="csX0" fmla="*/ 0 w 623481"/>
                <a:gd name="csY0" fmla="*/ 94831 h 189220"/>
                <a:gd name="csX1" fmla="*/ 262647 w 623481"/>
                <a:gd name="csY1" fmla="*/ 797 h 189220"/>
                <a:gd name="csX2" fmla="*/ 623481 w 623481"/>
                <a:gd name="csY2" fmla="*/ 65276 h 189220"/>
                <a:gd name="csX3" fmla="*/ 262647 w 623481"/>
                <a:gd name="csY3" fmla="*/ 188865 h 189220"/>
                <a:gd name="csX4" fmla="*/ 0 w 623481"/>
                <a:gd name="csY4" fmla="*/ 94831 h 1892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23481" h="189220">
                  <a:moveTo>
                    <a:pt x="0" y="94831"/>
                  </a:moveTo>
                  <a:cubicBezTo>
                    <a:pt x="0" y="42897"/>
                    <a:pt x="158734" y="5723"/>
                    <a:pt x="262647" y="797"/>
                  </a:cubicBezTo>
                  <a:cubicBezTo>
                    <a:pt x="366560" y="-4129"/>
                    <a:pt x="623481" y="13342"/>
                    <a:pt x="623481" y="65276"/>
                  </a:cubicBezTo>
                  <a:cubicBezTo>
                    <a:pt x="623481" y="117210"/>
                    <a:pt x="366560" y="183939"/>
                    <a:pt x="262647" y="188865"/>
                  </a:cubicBezTo>
                  <a:cubicBezTo>
                    <a:pt x="158734" y="193791"/>
                    <a:pt x="0" y="146765"/>
                    <a:pt x="0" y="94831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25" name="Oval 15">
              <a:extLst>
                <a:ext uri="{FF2B5EF4-FFF2-40B4-BE49-F238E27FC236}">
                  <a16:creationId xmlns:a16="http://schemas.microsoft.com/office/drawing/2014/main" id="{154C2E07-DD2C-A828-0D0C-3449A159D70D}"/>
                </a:ext>
              </a:extLst>
            </p:cNvPr>
            <p:cNvSpPr/>
            <p:nvPr/>
          </p:nvSpPr>
          <p:spPr>
            <a:xfrm rot="3067841" flipH="1">
              <a:off x="1649247" y="3704167"/>
              <a:ext cx="428121" cy="76467"/>
            </a:xfrm>
            <a:custGeom>
              <a:avLst/>
              <a:gdLst>
                <a:gd name="csX0" fmla="*/ 0 w 525294"/>
                <a:gd name="csY0" fmla="*/ 94034 h 188068"/>
                <a:gd name="csX1" fmla="*/ 262647 w 525294"/>
                <a:gd name="csY1" fmla="*/ 0 h 188068"/>
                <a:gd name="csX2" fmla="*/ 525294 w 525294"/>
                <a:gd name="csY2" fmla="*/ 94034 h 188068"/>
                <a:gd name="csX3" fmla="*/ 262647 w 525294"/>
                <a:gd name="csY3" fmla="*/ 188068 h 188068"/>
                <a:gd name="csX4" fmla="*/ 0 w 525294"/>
                <a:gd name="csY4" fmla="*/ 94034 h 188068"/>
                <a:gd name="csX0" fmla="*/ 0 w 623481"/>
                <a:gd name="csY0" fmla="*/ 94831 h 189220"/>
                <a:gd name="csX1" fmla="*/ 262647 w 623481"/>
                <a:gd name="csY1" fmla="*/ 797 h 189220"/>
                <a:gd name="csX2" fmla="*/ 623481 w 623481"/>
                <a:gd name="csY2" fmla="*/ 65276 h 189220"/>
                <a:gd name="csX3" fmla="*/ 262647 w 623481"/>
                <a:gd name="csY3" fmla="*/ 188865 h 189220"/>
                <a:gd name="csX4" fmla="*/ 0 w 623481"/>
                <a:gd name="csY4" fmla="*/ 94831 h 1892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23481" h="189220">
                  <a:moveTo>
                    <a:pt x="0" y="94831"/>
                  </a:moveTo>
                  <a:cubicBezTo>
                    <a:pt x="0" y="42897"/>
                    <a:pt x="158734" y="5723"/>
                    <a:pt x="262647" y="797"/>
                  </a:cubicBezTo>
                  <a:cubicBezTo>
                    <a:pt x="366560" y="-4129"/>
                    <a:pt x="623481" y="13342"/>
                    <a:pt x="623481" y="65276"/>
                  </a:cubicBezTo>
                  <a:cubicBezTo>
                    <a:pt x="623481" y="117210"/>
                    <a:pt x="366560" y="183939"/>
                    <a:pt x="262647" y="188865"/>
                  </a:cubicBezTo>
                  <a:cubicBezTo>
                    <a:pt x="158734" y="193791"/>
                    <a:pt x="0" y="146765"/>
                    <a:pt x="0" y="94831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C200921B-1E7D-3799-E25E-E5C8780D9491}"/>
              </a:ext>
            </a:extLst>
          </p:cNvPr>
          <p:cNvGrpSpPr/>
          <p:nvPr/>
        </p:nvGrpSpPr>
        <p:grpSpPr>
          <a:xfrm flipH="1">
            <a:off x="4608218" y="1769337"/>
            <a:ext cx="591053" cy="2470190"/>
            <a:chOff x="1763631" y="2008038"/>
            <a:chExt cx="591053" cy="2470190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FC6A4458-CD6F-0726-DC83-5AA635EFDDBA}"/>
                </a:ext>
              </a:extLst>
            </p:cNvPr>
            <p:cNvSpPr/>
            <p:nvPr/>
          </p:nvSpPr>
          <p:spPr>
            <a:xfrm>
              <a:off x="1923562" y="2302743"/>
              <a:ext cx="257713" cy="2175485"/>
            </a:xfrm>
            <a:custGeom>
              <a:avLst/>
              <a:gdLst>
                <a:gd name="csX0" fmla="*/ 571913 w 708101"/>
                <a:gd name="csY0" fmla="*/ 2341123 h 2341123"/>
                <a:gd name="csX1" fmla="*/ 1224 w 708101"/>
                <a:gd name="csY1" fmla="*/ 1063557 h 2341123"/>
                <a:gd name="csX2" fmla="*/ 708101 w 708101"/>
                <a:gd name="csY2" fmla="*/ 0 h 2341123"/>
                <a:gd name="csX3" fmla="*/ 708101 w 708101"/>
                <a:gd name="csY3" fmla="*/ 0 h 234112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708101" h="2341123">
                  <a:moveTo>
                    <a:pt x="571913" y="2341123"/>
                  </a:moveTo>
                  <a:cubicBezTo>
                    <a:pt x="275219" y="1897433"/>
                    <a:pt x="-21474" y="1453744"/>
                    <a:pt x="1224" y="1063557"/>
                  </a:cubicBezTo>
                  <a:cubicBezTo>
                    <a:pt x="23922" y="673370"/>
                    <a:pt x="708101" y="0"/>
                    <a:pt x="708101" y="0"/>
                  </a:cubicBezTo>
                  <a:lnTo>
                    <a:pt x="708101" y="0"/>
                  </a:lnTo>
                </a:path>
              </a:pathLst>
            </a:custGeom>
            <a:ln w="38100">
              <a:solidFill>
                <a:schemeClr val="accent6">
                  <a:lumMod val="50000"/>
                </a:schemeClr>
              </a:solidFill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7" name="Oval 15">
              <a:extLst>
                <a:ext uri="{FF2B5EF4-FFF2-40B4-BE49-F238E27FC236}">
                  <a16:creationId xmlns:a16="http://schemas.microsoft.com/office/drawing/2014/main" id="{560E5E27-0BF2-9C0F-4CB8-5B4A8C728CC0}"/>
                </a:ext>
              </a:extLst>
            </p:cNvPr>
            <p:cNvSpPr/>
            <p:nvPr/>
          </p:nvSpPr>
          <p:spPr>
            <a:xfrm rot="19286828">
              <a:off x="1996100" y="3897440"/>
              <a:ext cx="358584" cy="83907"/>
            </a:xfrm>
            <a:custGeom>
              <a:avLst/>
              <a:gdLst>
                <a:gd name="csX0" fmla="*/ 0 w 525294"/>
                <a:gd name="csY0" fmla="*/ 94034 h 188068"/>
                <a:gd name="csX1" fmla="*/ 262647 w 525294"/>
                <a:gd name="csY1" fmla="*/ 0 h 188068"/>
                <a:gd name="csX2" fmla="*/ 525294 w 525294"/>
                <a:gd name="csY2" fmla="*/ 94034 h 188068"/>
                <a:gd name="csX3" fmla="*/ 262647 w 525294"/>
                <a:gd name="csY3" fmla="*/ 188068 h 188068"/>
                <a:gd name="csX4" fmla="*/ 0 w 525294"/>
                <a:gd name="csY4" fmla="*/ 94034 h 188068"/>
                <a:gd name="csX0" fmla="*/ 0 w 623481"/>
                <a:gd name="csY0" fmla="*/ 94831 h 189220"/>
                <a:gd name="csX1" fmla="*/ 262647 w 623481"/>
                <a:gd name="csY1" fmla="*/ 797 h 189220"/>
                <a:gd name="csX2" fmla="*/ 623481 w 623481"/>
                <a:gd name="csY2" fmla="*/ 65276 h 189220"/>
                <a:gd name="csX3" fmla="*/ 262647 w 623481"/>
                <a:gd name="csY3" fmla="*/ 188865 h 189220"/>
                <a:gd name="csX4" fmla="*/ 0 w 623481"/>
                <a:gd name="csY4" fmla="*/ 94831 h 1892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23481" h="189220">
                  <a:moveTo>
                    <a:pt x="0" y="94831"/>
                  </a:moveTo>
                  <a:cubicBezTo>
                    <a:pt x="0" y="42897"/>
                    <a:pt x="158734" y="5723"/>
                    <a:pt x="262647" y="797"/>
                  </a:cubicBezTo>
                  <a:cubicBezTo>
                    <a:pt x="366560" y="-4129"/>
                    <a:pt x="623481" y="13342"/>
                    <a:pt x="623481" y="65276"/>
                  </a:cubicBezTo>
                  <a:cubicBezTo>
                    <a:pt x="623481" y="117210"/>
                    <a:pt x="366560" y="183939"/>
                    <a:pt x="262647" y="188865"/>
                  </a:cubicBezTo>
                  <a:cubicBezTo>
                    <a:pt x="158734" y="193791"/>
                    <a:pt x="0" y="146765"/>
                    <a:pt x="0" y="94831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8" name="Oval 15">
              <a:extLst>
                <a:ext uri="{FF2B5EF4-FFF2-40B4-BE49-F238E27FC236}">
                  <a16:creationId xmlns:a16="http://schemas.microsoft.com/office/drawing/2014/main" id="{416E10B5-B76C-8E81-93D3-2329A00703E4}"/>
                </a:ext>
              </a:extLst>
            </p:cNvPr>
            <p:cNvSpPr/>
            <p:nvPr/>
          </p:nvSpPr>
          <p:spPr>
            <a:xfrm rot="18624200">
              <a:off x="2118585" y="2148778"/>
              <a:ext cx="327199" cy="45719"/>
            </a:xfrm>
            <a:custGeom>
              <a:avLst/>
              <a:gdLst>
                <a:gd name="csX0" fmla="*/ 0 w 525294"/>
                <a:gd name="csY0" fmla="*/ 94034 h 188068"/>
                <a:gd name="csX1" fmla="*/ 262647 w 525294"/>
                <a:gd name="csY1" fmla="*/ 0 h 188068"/>
                <a:gd name="csX2" fmla="*/ 525294 w 525294"/>
                <a:gd name="csY2" fmla="*/ 94034 h 188068"/>
                <a:gd name="csX3" fmla="*/ 262647 w 525294"/>
                <a:gd name="csY3" fmla="*/ 188068 h 188068"/>
                <a:gd name="csX4" fmla="*/ 0 w 525294"/>
                <a:gd name="csY4" fmla="*/ 94034 h 188068"/>
                <a:gd name="csX0" fmla="*/ 0 w 623481"/>
                <a:gd name="csY0" fmla="*/ 94831 h 189220"/>
                <a:gd name="csX1" fmla="*/ 262647 w 623481"/>
                <a:gd name="csY1" fmla="*/ 797 h 189220"/>
                <a:gd name="csX2" fmla="*/ 623481 w 623481"/>
                <a:gd name="csY2" fmla="*/ 65276 h 189220"/>
                <a:gd name="csX3" fmla="*/ 262647 w 623481"/>
                <a:gd name="csY3" fmla="*/ 188865 h 189220"/>
                <a:gd name="csX4" fmla="*/ 0 w 623481"/>
                <a:gd name="csY4" fmla="*/ 94831 h 1892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23481" h="189220">
                  <a:moveTo>
                    <a:pt x="0" y="94831"/>
                  </a:moveTo>
                  <a:cubicBezTo>
                    <a:pt x="0" y="42897"/>
                    <a:pt x="158734" y="5723"/>
                    <a:pt x="262647" y="797"/>
                  </a:cubicBezTo>
                  <a:cubicBezTo>
                    <a:pt x="366560" y="-4129"/>
                    <a:pt x="623481" y="13342"/>
                    <a:pt x="623481" y="65276"/>
                  </a:cubicBezTo>
                  <a:cubicBezTo>
                    <a:pt x="623481" y="117210"/>
                    <a:pt x="366560" y="183939"/>
                    <a:pt x="262647" y="188865"/>
                  </a:cubicBezTo>
                  <a:cubicBezTo>
                    <a:pt x="158734" y="193791"/>
                    <a:pt x="0" y="146765"/>
                    <a:pt x="0" y="94831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9" name="Oval 15">
              <a:extLst>
                <a:ext uri="{FF2B5EF4-FFF2-40B4-BE49-F238E27FC236}">
                  <a16:creationId xmlns:a16="http://schemas.microsoft.com/office/drawing/2014/main" id="{D462A577-85BF-92C7-1F91-7BAEBD2A8C4F}"/>
                </a:ext>
              </a:extLst>
            </p:cNvPr>
            <p:cNvSpPr/>
            <p:nvPr/>
          </p:nvSpPr>
          <p:spPr>
            <a:xfrm rot="3067841" flipH="1">
              <a:off x="1587804" y="3263939"/>
              <a:ext cx="428121" cy="76467"/>
            </a:xfrm>
            <a:custGeom>
              <a:avLst/>
              <a:gdLst>
                <a:gd name="csX0" fmla="*/ 0 w 525294"/>
                <a:gd name="csY0" fmla="*/ 94034 h 188068"/>
                <a:gd name="csX1" fmla="*/ 262647 w 525294"/>
                <a:gd name="csY1" fmla="*/ 0 h 188068"/>
                <a:gd name="csX2" fmla="*/ 525294 w 525294"/>
                <a:gd name="csY2" fmla="*/ 94034 h 188068"/>
                <a:gd name="csX3" fmla="*/ 262647 w 525294"/>
                <a:gd name="csY3" fmla="*/ 188068 h 188068"/>
                <a:gd name="csX4" fmla="*/ 0 w 525294"/>
                <a:gd name="csY4" fmla="*/ 94034 h 188068"/>
                <a:gd name="csX0" fmla="*/ 0 w 623481"/>
                <a:gd name="csY0" fmla="*/ 94831 h 189220"/>
                <a:gd name="csX1" fmla="*/ 262647 w 623481"/>
                <a:gd name="csY1" fmla="*/ 797 h 189220"/>
                <a:gd name="csX2" fmla="*/ 623481 w 623481"/>
                <a:gd name="csY2" fmla="*/ 65276 h 189220"/>
                <a:gd name="csX3" fmla="*/ 262647 w 623481"/>
                <a:gd name="csY3" fmla="*/ 188865 h 189220"/>
                <a:gd name="csX4" fmla="*/ 0 w 623481"/>
                <a:gd name="csY4" fmla="*/ 94831 h 1892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23481" h="189220">
                  <a:moveTo>
                    <a:pt x="0" y="94831"/>
                  </a:moveTo>
                  <a:cubicBezTo>
                    <a:pt x="0" y="42897"/>
                    <a:pt x="158734" y="5723"/>
                    <a:pt x="262647" y="797"/>
                  </a:cubicBezTo>
                  <a:cubicBezTo>
                    <a:pt x="366560" y="-4129"/>
                    <a:pt x="623481" y="13342"/>
                    <a:pt x="623481" y="65276"/>
                  </a:cubicBezTo>
                  <a:cubicBezTo>
                    <a:pt x="623481" y="117210"/>
                    <a:pt x="366560" y="183939"/>
                    <a:pt x="262647" y="188865"/>
                  </a:cubicBezTo>
                  <a:cubicBezTo>
                    <a:pt x="158734" y="193791"/>
                    <a:pt x="0" y="146765"/>
                    <a:pt x="0" y="94831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0" name="Oval 15">
              <a:extLst>
                <a:ext uri="{FF2B5EF4-FFF2-40B4-BE49-F238E27FC236}">
                  <a16:creationId xmlns:a16="http://schemas.microsoft.com/office/drawing/2014/main" id="{02BFBBF8-8FE2-87A9-F89E-CFF83199DCE0}"/>
                </a:ext>
              </a:extLst>
            </p:cNvPr>
            <p:cNvSpPr/>
            <p:nvPr/>
          </p:nvSpPr>
          <p:spPr>
            <a:xfrm rot="3683002" flipH="1">
              <a:off x="1680082" y="2801327"/>
              <a:ext cx="384004" cy="56911"/>
            </a:xfrm>
            <a:custGeom>
              <a:avLst/>
              <a:gdLst>
                <a:gd name="csX0" fmla="*/ 0 w 525294"/>
                <a:gd name="csY0" fmla="*/ 94034 h 188068"/>
                <a:gd name="csX1" fmla="*/ 262647 w 525294"/>
                <a:gd name="csY1" fmla="*/ 0 h 188068"/>
                <a:gd name="csX2" fmla="*/ 525294 w 525294"/>
                <a:gd name="csY2" fmla="*/ 94034 h 188068"/>
                <a:gd name="csX3" fmla="*/ 262647 w 525294"/>
                <a:gd name="csY3" fmla="*/ 188068 h 188068"/>
                <a:gd name="csX4" fmla="*/ 0 w 525294"/>
                <a:gd name="csY4" fmla="*/ 94034 h 188068"/>
                <a:gd name="csX0" fmla="*/ 0 w 623481"/>
                <a:gd name="csY0" fmla="*/ 94831 h 189220"/>
                <a:gd name="csX1" fmla="*/ 262647 w 623481"/>
                <a:gd name="csY1" fmla="*/ 797 h 189220"/>
                <a:gd name="csX2" fmla="*/ 623481 w 623481"/>
                <a:gd name="csY2" fmla="*/ 65276 h 189220"/>
                <a:gd name="csX3" fmla="*/ 262647 w 623481"/>
                <a:gd name="csY3" fmla="*/ 188865 h 189220"/>
                <a:gd name="csX4" fmla="*/ 0 w 623481"/>
                <a:gd name="csY4" fmla="*/ 94831 h 1892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23481" h="189220">
                  <a:moveTo>
                    <a:pt x="0" y="94831"/>
                  </a:moveTo>
                  <a:cubicBezTo>
                    <a:pt x="0" y="42897"/>
                    <a:pt x="158734" y="5723"/>
                    <a:pt x="262647" y="797"/>
                  </a:cubicBezTo>
                  <a:cubicBezTo>
                    <a:pt x="366560" y="-4129"/>
                    <a:pt x="623481" y="13342"/>
                    <a:pt x="623481" y="65276"/>
                  </a:cubicBezTo>
                  <a:cubicBezTo>
                    <a:pt x="623481" y="117210"/>
                    <a:pt x="366560" y="183939"/>
                    <a:pt x="262647" y="188865"/>
                  </a:cubicBezTo>
                  <a:cubicBezTo>
                    <a:pt x="158734" y="193791"/>
                    <a:pt x="0" y="146765"/>
                    <a:pt x="0" y="94831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1" name="Oval 15">
              <a:extLst>
                <a:ext uri="{FF2B5EF4-FFF2-40B4-BE49-F238E27FC236}">
                  <a16:creationId xmlns:a16="http://schemas.microsoft.com/office/drawing/2014/main" id="{B498B740-0E5D-1DB7-98BF-C694AF75741E}"/>
                </a:ext>
              </a:extLst>
            </p:cNvPr>
            <p:cNvSpPr/>
            <p:nvPr/>
          </p:nvSpPr>
          <p:spPr>
            <a:xfrm rot="5158366" flipH="1">
              <a:off x="1928466" y="2389480"/>
              <a:ext cx="271936" cy="55089"/>
            </a:xfrm>
            <a:custGeom>
              <a:avLst/>
              <a:gdLst>
                <a:gd name="csX0" fmla="*/ 0 w 525294"/>
                <a:gd name="csY0" fmla="*/ 94034 h 188068"/>
                <a:gd name="csX1" fmla="*/ 262647 w 525294"/>
                <a:gd name="csY1" fmla="*/ 0 h 188068"/>
                <a:gd name="csX2" fmla="*/ 525294 w 525294"/>
                <a:gd name="csY2" fmla="*/ 94034 h 188068"/>
                <a:gd name="csX3" fmla="*/ 262647 w 525294"/>
                <a:gd name="csY3" fmla="*/ 188068 h 188068"/>
                <a:gd name="csX4" fmla="*/ 0 w 525294"/>
                <a:gd name="csY4" fmla="*/ 94034 h 188068"/>
                <a:gd name="csX0" fmla="*/ 0 w 623481"/>
                <a:gd name="csY0" fmla="*/ 94831 h 189220"/>
                <a:gd name="csX1" fmla="*/ 262647 w 623481"/>
                <a:gd name="csY1" fmla="*/ 797 h 189220"/>
                <a:gd name="csX2" fmla="*/ 623481 w 623481"/>
                <a:gd name="csY2" fmla="*/ 65276 h 189220"/>
                <a:gd name="csX3" fmla="*/ 262647 w 623481"/>
                <a:gd name="csY3" fmla="*/ 188865 h 189220"/>
                <a:gd name="csX4" fmla="*/ 0 w 623481"/>
                <a:gd name="csY4" fmla="*/ 94831 h 1892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23481" h="189220">
                  <a:moveTo>
                    <a:pt x="0" y="94831"/>
                  </a:moveTo>
                  <a:cubicBezTo>
                    <a:pt x="0" y="42897"/>
                    <a:pt x="158734" y="5723"/>
                    <a:pt x="262647" y="797"/>
                  </a:cubicBezTo>
                  <a:cubicBezTo>
                    <a:pt x="366560" y="-4129"/>
                    <a:pt x="623481" y="13342"/>
                    <a:pt x="623481" y="65276"/>
                  </a:cubicBezTo>
                  <a:cubicBezTo>
                    <a:pt x="623481" y="117210"/>
                    <a:pt x="366560" y="183939"/>
                    <a:pt x="262647" y="188865"/>
                  </a:cubicBezTo>
                  <a:cubicBezTo>
                    <a:pt x="158734" y="193791"/>
                    <a:pt x="0" y="146765"/>
                    <a:pt x="0" y="94831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2" name="Oval 15">
              <a:extLst>
                <a:ext uri="{FF2B5EF4-FFF2-40B4-BE49-F238E27FC236}">
                  <a16:creationId xmlns:a16="http://schemas.microsoft.com/office/drawing/2014/main" id="{03BB4A5F-0979-6AD2-E4A2-AF7003E0029E}"/>
                </a:ext>
              </a:extLst>
            </p:cNvPr>
            <p:cNvSpPr/>
            <p:nvPr/>
          </p:nvSpPr>
          <p:spPr>
            <a:xfrm rot="19286828">
              <a:off x="1907716" y="3497653"/>
              <a:ext cx="368562" cy="86250"/>
            </a:xfrm>
            <a:custGeom>
              <a:avLst/>
              <a:gdLst>
                <a:gd name="csX0" fmla="*/ 0 w 525294"/>
                <a:gd name="csY0" fmla="*/ 94034 h 188068"/>
                <a:gd name="csX1" fmla="*/ 262647 w 525294"/>
                <a:gd name="csY1" fmla="*/ 0 h 188068"/>
                <a:gd name="csX2" fmla="*/ 525294 w 525294"/>
                <a:gd name="csY2" fmla="*/ 94034 h 188068"/>
                <a:gd name="csX3" fmla="*/ 262647 w 525294"/>
                <a:gd name="csY3" fmla="*/ 188068 h 188068"/>
                <a:gd name="csX4" fmla="*/ 0 w 525294"/>
                <a:gd name="csY4" fmla="*/ 94034 h 188068"/>
                <a:gd name="csX0" fmla="*/ 0 w 623481"/>
                <a:gd name="csY0" fmla="*/ 94831 h 189220"/>
                <a:gd name="csX1" fmla="*/ 262647 w 623481"/>
                <a:gd name="csY1" fmla="*/ 797 h 189220"/>
                <a:gd name="csX2" fmla="*/ 623481 w 623481"/>
                <a:gd name="csY2" fmla="*/ 65276 h 189220"/>
                <a:gd name="csX3" fmla="*/ 262647 w 623481"/>
                <a:gd name="csY3" fmla="*/ 188865 h 189220"/>
                <a:gd name="csX4" fmla="*/ 0 w 623481"/>
                <a:gd name="csY4" fmla="*/ 94831 h 1892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23481" h="189220">
                  <a:moveTo>
                    <a:pt x="0" y="94831"/>
                  </a:moveTo>
                  <a:cubicBezTo>
                    <a:pt x="0" y="42897"/>
                    <a:pt x="158734" y="5723"/>
                    <a:pt x="262647" y="797"/>
                  </a:cubicBezTo>
                  <a:cubicBezTo>
                    <a:pt x="366560" y="-4129"/>
                    <a:pt x="623481" y="13342"/>
                    <a:pt x="623481" y="65276"/>
                  </a:cubicBezTo>
                  <a:cubicBezTo>
                    <a:pt x="623481" y="117210"/>
                    <a:pt x="366560" y="183939"/>
                    <a:pt x="262647" y="188865"/>
                  </a:cubicBezTo>
                  <a:cubicBezTo>
                    <a:pt x="158734" y="193791"/>
                    <a:pt x="0" y="146765"/>
                    <a:pt x="0" y="94831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3" name="Oval 15">
              <a:extLst>
                <a:ext uri="{FF2B5EF4-FFF2-40B4-BE49-F238E27FC236}">
                  <a16:creationId xmlns:a16="http://schemas.microsoft.com/office/drawing/2014/main" id="{9BF6CBA4-7BD2-0936-DBCC-606C7599A1E3}"/>
                </a:ext>
              </a:extLst>
            </p:cNvPr>
            <p:cNvSpPr/>
            <p:nvPr/>
          </p:nvSpPr>
          <p:spPr>
            <a:xfrm rot="19286828">
              <a:off x="2004759" y="2607654"/>
              <a:ext cx="291208" cy="92887"/>
            </a:xfrm>
            <a:custGeom>
              <a:avLst/>
              <a:gdLst>
                <a:gd name="csX0" fmla="*/ 0 w 525294"/>
                <a:gd name="csY0" fmla="*/ 94034 h 188068"/>
                <a:gd name="csX1" fmla="*/ 262647 w 525294"/>
                <a:gd name="csY1" fmla="*/ 0 h 188068"/>
                <a:gd name="csX2" fmla="*/ 525294 w 525294"/>
                <a:gd name="csY2" fmla="*/ 94034 h 188068"/>
                <a:gd name="csX3" fmla="*/ 262647 w 525294"/>
                <a:gd name="csY3" fmla="*/ 188068 h 188068"/>
                <a:gd name="csX4" fmla="*/ 0 w 525294"/>
                <a:gd name="csY4" fmla="*/ 94034 h 188068"/>
                <a:gd name="csX0" fmla="*/ 0 w 623481"/>
                <a:gd name="csY0" fmla="*/ 94831 h 189220"/>
                <a:gd name="csX1" fmla="*/ 262647 w 623481"/>
                <a:gd name="csY1" fmla="*/ 797 h 189220"/>
                <a:gd name="csX2" fmla="*/ 623481 w 623481"/>
                <a:gd name="csY2" fmla="*/ 65276 h 189220"/>
                <a:gd name="csX3" fmla="*/ 262647 w 623481"/>
                <a:gd name="csY3" fmla="*/ 188865 h 189220"/>
                <a:gd name="csX4" fmla="*/ 0 w 623481"/>
                <a:gd name="csY4" fmla="*/ 94831 h 1892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23481" h="189220">
                  <a:moveTo>
                    <a:pt x="0" y="94831"/>
                  </a:moveTo>
                  <a:cubicBezTo>
                    <a:pt x="0" y="42897"/>
                    <a:pt x="158734" y="5723"/>
                    <a:pt x="262647" y="797"/>
                  </a:cubicBezTo>
                  <a:cubicBezTo>
                    <a:pt x="366560" y="-4129"/>
                    <a:pt x="623481" y="13342"/>
                    <a:pt x="623481" y="65276"/>
                  </a:cubicBezTo>
                  <a:cubicBezTo>
                    <a:pt x="623481" y="117210"/>
                    <a:pt x="366560" y="183939"/>
                    <a:pt x="262647" y="188865"/>
                  </a:cubicBezTo>
                  <a:cubicBezTo>
                    <a:pt x="158734" y="193791"/>
                    <a:pt x="0" y="146765"/>
                    <a:pt x="0" y="94831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4" name="Oval 15">
              <a:extLst>
                <a:ext uri="{FF2B5EF4-FFF2-40B4-BE49-F238E27FC236}">
                  <a16:creationId xmlns:a16="http://schemas.microsoft.com/office/drawing/2014/main" id="{5B13FEB0-8D5A-11A7-E53E-7034B0B56677}"/>
                </a:ext>
              </a:extLst>
            </p:cNvPr>
            <p:cNvSpPr/>
            <p:nvPr/>
          </p:nvSpPr>
          <p:spPr>
            <a:xfrm rot="19286828">
              <a:off x="1922696" y="3037895"/>
              <a:ext cx="291208" cy="92887"/>
            </a:xfrm>
            <a:custGeom>
              <a:avLst/>
              <a:gdLst>
                <a:gd name="csX0" fmla="*/ 0 w 525294"/>
                <a:gd name="csY0" fmla="*/ 94034 h 188068"/>
                <a:gd name="csX1" fmla="*/ 262647 w 525294"/>
                <a:gd name="csY1" fmla="*/ 0 h 188068"/>
                <a:gd name="csX2" fmla="*/ 525294 w 525294"/>
                <a:gd name="csY2" fmla="*/ 94034 h 188068"/>
                <a:gd name="csX3" fmla="*/ 262647 w 525294"/>
                <a:gd name="csY3" fmla="*/ 188068 h 188068"/>
                <a:gd name="csX4" fmla="*/ 0 w 525294"/>
                <a:gd name="csY4" fmla="*/ 94034 h 188068"/>
                <a:gd name="csX0" fmla="*/ 0 w 623481"/>
                <a:gd name="csY0" fmla="*/ 94831 h 189220"/>
                <a:gd name="csX1" fmla="*/ 262647 w 623481"/>
                <a:gd name="csY1" fmla="*/ 797 h 189220"/>
                <a:gd name="csX2" fmla="*/ 623481 w 623481"/>
                <a:gd name="csY2" fmla="*/ 65276 h 189220"/>
                <a:gd name="csX3" fmla="*/ 262647 w 623481"/>
                <a:gd name="csY3" fmla="*/ 188865 h 189220"/>
                <a:gd name="csX4" fmla="*/ 0 w 623481"/>
                <a:gd name="csY4" fmla="*/ 94831 h 1892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23481" h="189220">
                  <a:moveTo>
                    <a:pt x="0" y="94831"/>
                  </a:moveTo>
                  <a:cubicBezTo>
                    <a:pt x="0" y="42897"/>
                    <a:pt x="158734" y="5723"/>
                    <a:pt x="262647" y="797"/>
                  </a:cubicBezTo>
                  <a:cubicBezTo>
                    <a:pt x="366560" y="-4129"/>
                    <a:pt x="623481" y="13342"/>
                    <a:pt x="623481" y="65276"/>
                  </a:cubicBezTo>
                  <a:cubicBezTo>
                    <a:pt x="623481" y="117210"/>
                    <a:pt x="366560" y="183939"/>
                    <a:pt x="262647" y="188865"/>
                  </a:cubicBezTo>
                  <a:cubicBezTo>
                    <a:pt x="158734" y="193791"/>
                    <a:pt x="0" y="146765"/>
                    <a:pt x="0" y="94831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5" name="Oval 15">
              <a:extLst>
                <a:ext uri="{FF2B5EF4-FFF2-40B4-BE49-F238E27FC236}">
                  <a16:creationId xmlns:a16="http://schemas.microsoft.com/office/drawing/2014/main" id="{292824B0-FD73-A4BE-4CEC-623EA8FC9F06}"/>
                </a:ext>
              </a:extLst>
            </p:cNvPr>
            <p:cNvSpPr/>
            <p:nvPr/>
          </p:nvSpPr>
          <p:spPr>
            <a:xfrm rot="3067841" flipH="1">
              <a:off x="1649247" y="3704167"/>
              <a:ext cx="428121" cy="76467"/>
            </a:xfrm>
            <a:custGeom>
              <a:avLst/>
              <a:gdLst>
                <a:gd name="csX0" fmla="*/ 0 w 525294"/>
                <a:gd name="csY0" fmla="*/ 94034 h 188068"/>
                <a:gd name="csX1" fmla="*/ 262647 w 525294"/>
                <a:gd name="csY1" fmla="*/ 0 h 188068"/>
                <a:gd name="csX2" fmla="*/ 525294 w 525294"/>
                <a:gd name="csY2" fmla="*/ 94034 h 188068"/>
                <a:gd name="csX3" fmla="*/ 262647 w 525294"/>
                <a:gd name="csY3" fmla="*/ 188068 h 188068"/>
                <a:gd name="csX4" fmla="*/ 0 w 525294"/>
                <a:gd name="csY4" fmla="*/ 94034 h 188068"/>
                <a:gd name="csX0" fmla="*/ 0 w 623481"/>
                <a:gd name="csY0" fmla="*/ 94831 h 189220"/>
                <a:gd name="csX1" fmla="*/ 262647 w 623481"/>
                <a:gd name="csY1" fmla="*/ 797 h 189220"/>
                <a:gd name="csX2" fmla="*/ 623481 w 623481"/>
                <a:gd name="csY2" fmla="*/ 65276 h 189220"/>
                <a:gd name="csX3" fmla="*/ 262647 w 623481"/>
                <a:gd name="csY3" fmla="*/ 188865 h 189220"/>
                <a:gd name="csX4" fmla="*/ 0 w 623481"/>
                <a:gd name="csY4" fmla="*/ 94831 h 18922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623481" h="189220">
                  <a:moveTo>
                    <a:pt x="0" y="94831"/>
                  </a:moveTo>
                  <a:cubicBezTo>
                    <a:pt x="0" y="42897"/>
                    <a:pt x="158734" y="5723"/>
                    <a:pt x="262647" y="797"/>
                  </a:cubicBezTo>
                  <a:cubicBezTo>
                    <a:pt x="366560" y="-4129"/>
                    <a:pt x="623481" y="13342"/>
                    <a:pt x="623481" y="65276"/>
                  </a:cubicBezTo>
                  <a:cubicBezTo>
                    <a:pt x="623481" y="117210"/>
                    <a:pt x="366560" y="183939"/>
                    <a:pt x="262647" y="188865"/>
                  </a:cubicBezTo>
                  <a:cubicBezTo>
                    <a:pt x="158734" y="193791"/>
                    <a:pt x="0" y="146765"/>
                    <a:pt x="0" y="94831"/>
                  </a:cubicBezTo>
                  <a:close/>
                </a:path>
              </a:pathLst>
            </a:custGeom>
            <a:solidFill>
              <a:schemeClr val="accent6">
                <a:lumMod val="75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</p:grpSp>
    </p:spTree>
    <p:extLst>
      <p:ext uri="{BB962C8B-B14F-4D97-AF65-F5344CB8AC3E}">
        <p14:creationId xmlns:p14="http://schemas.microsoft.com/office/powerpoint/2010/main" val="19686507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423</TotalTime>
  <Words>0</Words>
  <Application>Microsoft Office PowerPoint</Application>
  <PresentationFormat>Widescreen</PresentationFormat>
  <Paragraphs>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Sanet Jooste</dc:creator>
  <cp:lastModifiedBy>Sanet Jooste</cp:lastModifiedBy>
  <cp:revision>4</cp:revision>
  <dcterms:created xsi:type="dcterms:W3CDTF">2026-07-28T03:32:44Z</dcterms:created>
  <dcterms:modified xsi:type="dcterms:W3CDTF">2026-08-25T00:33:25Z</dcterms:modified>
</cp:coreProperties>
</file>