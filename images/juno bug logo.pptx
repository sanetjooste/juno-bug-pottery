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4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292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4CBD7-37A1-ED1A-496B-F32BACE69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5B1FF6-C601-B6D1-1081-A0EC128FF3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06F33-2CFF-A1E7-33C6-F619B85DC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31A4-210E-4433-975B-A06E388530ED}" type="datetimeFigureOut">
              <a:rPr lang="en-NZ" smtClean="0"/>
              <a:t>28/07/2026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67C70-48C6-3C1F-4680-A08201966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8448C-1E02-7A64-F8E6-726F1FA67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1801-09F4-49E4-8FAF-9402594EE7E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3592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52A09-5EDE-66B7-7066-CDE143921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C0760-5CE9-A913-79D1-451F8B576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A608B-840C-696F-A232-C8BA7C141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31A4-210E-4433-975B-A06E388530ED}" type="datetimeFigureOut">
              <a:rPr lang="en-NZ" smtClean="0"/>
              <a:t>28/07/2026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FD4B4-D3E6-605E-B77A-68CA49FFA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91FB1-E623-A2AF-1122-A281D0710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1801-09F4-49E4-8FAF-9402594EE7E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27311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CFC1-EE9F-A994-67CC-041EDDE22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FF234-EBB5-8816-2636-31756533C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DF46D-7C9E-2C88-C31F-96BF223CD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31A4-210E-4433-975B-A06E388530ED}" type="datetimeFigureOut">
              <a:rPr lang="en-NZ" smtClean="0"/>
              <a:t>28/07/2026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A05E3-56E8-8962-3112-6E9BB898C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BC732-2494-5425-AACC-66E9DCB4A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1801-09F4-49E4-8FAF-9402594EE7E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6103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9D199-70CB-F57D-173C-C687B7DB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72711-4410-B35C-F882-925C52541A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EFEBA-43D7-F91A-3174-2A3ADD54DB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D0EB3-BA0C-AE7C-3928-9A463B0DE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31A4-210E-4433-975B-A06E388530ED}" type="datetimeFigureOut">
              <a:rPr lang="en-NZ" smtClean="0"/>
              <a:t>28/07/2026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BDB06A-8074-BBD5-0411-3846B39DD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11025-D154-9B68-7443-4D5943598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1801-09F4-49E4-8FAF-9402594EE7E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72042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7C38B-6C7A-7B50-BC32-7E54E2D9C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8079B-3E3D-562B-3163-FB4E1DA45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A2E1C-EFFB-48C7-A975-CCC73FA7E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DF5CE3-E4FF-EA11-83C6-757214992D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27F6DD-2FF5-F928-11AD-ACB33308BE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DDDFFA-F77D-AFB7-72A1-043419476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31A4-210E-4433-975B-A06E388530ED}" type="datetimeFigureOut">
              <a:rPr lang="en-NZ" smtClean="0"/>
              <a:t>28/07/2026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F73263-F83E-38E6-6D99-E64FE94D1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BAA416-5A20-3954-FF51-1B1DE3135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1801-09F4-49E4-8FAF-9402594EE7E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21360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DC9C5-386A-2563-1077-865479F94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00BA14-1F74-79C6-0B84-672B40346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31A4-210E-4433-975B-A06E388530ED}" type="datetimeFigureOut">
              <a:rPr lang="en-NZ" smtClean="0"/>
              <a:t>28/07/2026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3820E1-CFA1-1082-5F3E-63F427C48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FE8141-6F90-5288-B6B8-9B445C95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1801-09F4-49E4-8FAF-9402594EE7E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71960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C1AD37-E10B-7F08-FC97-6066D03D4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31A4-210E-4433-975B-A06E388530ED}" type="datetimeFigureOut">
              <a:rPr lang="en-NZ" smtClean="0"/>
              <a:t>28/07/2026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A57260-218D-D1AA-43B6-73E37D855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B3988-0299-1926-F6EA-AE6A7F98B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1801-09F4-49E4-8FAF-9402594EE7E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72391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504BB-EA31-0065-BCCE-747CAD1C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583A7-F87E-8CAE-B731-2BDC7F0E7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A065CE-BDB5-A4F3-15FF-DE7AB3694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FA41F-C981-D368-C6A0-D141803E8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31A4-210E-4433-975B-A06E388530ED}" type="datetimeFigureOut">
              <a:rPr lang="en-NZ" smtClean="0"/>
              <a:t>28/07/2026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28E6E-AA12-577D-6590-A616742DB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BA522-C799-18E3-781B-5D89957E8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1801-09F4-49E4-8FAF-9402594EE7E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34336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6F2FE-4E40-C81A-FF1C-7285AFF86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FF5A44-97AC-B0E5-5DD3-50453E3AF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5BFE9-BF16-FCAD-8749-047D46163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B4D87-BF53-4B32-FB13-7DA6D48AD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31A4-210E-4433-975B-A06E388530ED}" type="datetimeFigureOut">
              <a:rPr lang="en-NZ" smtClean="0"/>
              <a:t>28/07/2026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FF772-F753-8394-66F2-A3B199681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4DCCD-56AB-090E-4579-E94A076F1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1801-09F4-49E4-8FAF-9402594EE7E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93126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4439D-DC10-51A7-0E03-37CE2FCE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CA0735-793E-F8F2-D882-FC9AF1DEE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AB0CF-5B0F-8505-CD72-F8F3AD22F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31A4-210E-4433-975B-A06E388530ED}" type="datetimeFigureOut">
              <a:rPr lang="en-NZ" smtClean="0"/>
              <a:t>28/07/2026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9764C-157A-71F6-A2A5-186FE2D3E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CE7E0-EE3F-37A9-EE34-771D3C1D9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1801-09F4-49E4-8FAF-9402594EE7E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31261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558049-F110-7FFE-519E-E5A39CCA91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31454D-3A1D-C357-08BC-D2DA96470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9EDA5-7F2E-FA9C-651E-B71910F70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31A4-210E-4433-975B-A06E388530ED}" type="datetimeFigureOut">
              <a:rPr lang="en-NZ" smtClean="0"/>
              <a:t>28/07/2026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B2CF6-2189-0BB4-7F24-C1F55192A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7E0D3-F398-011C-2597-BC4E5AA1C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1801-09F4-49E4-8FAF-9402594EE7E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85352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CBC9A9-8EF4-3CA3-4BA1-BE8CD4F9D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D07E7-D7A2-97CF-164E-7AB47883C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22179-B73D-A15D-C282-8505389432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1631A4-210E-4433-975B-A06E388530ED}" type="datetimeFigureOut">
              <a:rPr lang="en-NZ" smtClean="0"/>
              <a:t>28/07/2026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2CCB1-32D0-AE07-CA83-F4538EC5AF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34DD6-4BFD-A9ED-B420-329539E1D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101801-09F4-49E4-8FAF-9402594EE7E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91665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>
            <a:extLst>
              <a:ext uri="{FF2B5EF4-FFF2-40B4-BE49-F238E27FC236}">
                <a16:creationId xmlns:a16="http://schemas.microsoft.com/office/drawing/2014/main" id="{51A6521D-C8BC-7A09-CB5D-D580D7566829}"/>
              </a:ext>
            </a:extLst>
          </p:cNvPr>
          <p:cNvGrpSpPr/>
          <p:nvPr/>
        </p:nvGrpSpPr>
        <p:grpSpPr>
          <a:xfrm>
            <a:off x="7089233" y="856034"/>
            <a:ext cx="4373646" cy="3810000"/>
            <a:chOff x="7089233" y="856034"/>
            <a:chExt cx="4373646" cy="3810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F25E9C8-70AC-80B4-4962-2912C6EE6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88" r="16127"/>
            <a:stretch>
              <a:fillRect/>
            </a:stretch>
          </p:blipFill>
          <p:spPr>
            <a:xfrm>
              <a:off x="8022077" y="856034"/>
              <a:ext cx="2594042" cy="3810000"/>
            </a:xfrm>
            <a:prstGeom prst="rect">
              <a:avLst/>
            </a:prstGeom>
          </p:spPr>
        </p:pic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360460A1-68FD-2702-B479-6D1A8A682EA5}"/>
                </a:ext>
              </a:extLst>
            </p:cNvPr>
            <p:cNvGrpSpPr/>
            <p:nvPr/>
          </p:nvGrpSpPr>
          <p:grpSpPr>
            <a:xfrm>
              <a:off x="7089233" y="1794282"/>
              <a:ext cx="1306065" cy="2628561"/>
              <a:chOff x="7089233" y="1794282"/>
              <a:chExt cx="1306065" cy="2628561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D30DB94B-5C23-6F57-9EA2-944A0240535E}"/>
                  </a:ext>
                </a:extLst>
              </p:cNvPr>
              <p:cNvGrpSpPr/>
              <p:nvPr/>
            </p:nvGrpSpPr>
            <p:grpSpPr>
              <a:xfrm>
                <a:off x="7089233" y="1794282"/>
                <a:ext cx="1306065" cy="2628561"/>
                <a:chOff x="4015292" y="2293635"/>
                <a:chExt cx="1306065" cy="2628561"/>
              </a:xfrm>
            </p:grpSpPr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4C9D0DDF-BA30-6D98-DB43-DE05E974EE8E}"/>
                    </a:ext>
                  </a:extLst>
                </p:cNvPr>
                <p:cNvSpPr/>
                <p:nvPr/>
              </p:nvSpPr>
              <p:spPr>
                <a:xfrm>
                  <a:off x="4474723" y="2587557"/>
                  <a:ext cx="317771" cy="2334639"/>
                </a:xfrm>
                <a:custGeom>
                  <a:avLst/>
                  <a:gdLst>
                    <a:gd name="csX0" fmla="*/ 571913 w 708101"/>
                    <a:gd name="csY0" fmla="*/ 2341123 h 2341123"/>
                    <a:gd name="csX1" fmla="*/ 1224 w 708101"/>
                    <a:gd name="csY1" fmla="*/ 1063557 h 2341123"/>
                    <a:gd name="csX2" fmla="*/ 708101 w 708101"/>
                    <a:gd name="csY2" fmla="*/ 0 h 2341123"/>
                    <a:gd name="csX3" fmla="*/ 708101 w 708101"/>
                    <a:gd name="csY3" fmla="*/ 0 h 234112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08101" h="2341123">
                      <a:moveTo>
                        <a:pt x="571913" y="2341123"/>
                      </a:moveTo>
                      <a:cubicBezTo>
                        <a:pt x="275219" y="1897433"/>
                        <a:pt x="-21474" y="1453744"/>
                        <a:pt x="1224" y="1063557"/>
                      </a:cubicBezTo>
                      <a:cubicBezTo>
                        <a:pt x="23922" y="673370"/>
                        <a:pt x="708101" y="0"/>
                        <a:pt x="708101" y="0"/>
                      </a:cubicBezTo>
                      <a:lnTo>
                        <a:pt x="708101" y="0"/>
                      </a:lnTo>
                    </a:path>
                  </a:pathLst>
                </a:custGeom>
                <a:ln w="38100"/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96AC9EFA-790E-A164-1136-8A5B5B3011FE}"/>
                    </a:ext>
                  </a:extLst>
                </p:cNvPr>
                <p:cNvSpPr/>
                <p:nvPr/>
              </p:nvSpPr>
              <p:spPr>
                <a:xfrm rot="19286828">
                  <a:off x="4574131" y="4229367"/>
                  <a:ext cx="623481" cy="189220"/>
                </a:xfrm>
                <a:custGeom>
                  <a:avLst/>
                  <a:gdLst>
                    <a:gd name="csX0" fmla="*/ 0 w 525294"/>
                    <a:gd name="csY0" fmla="*/ 94034 h 188068"/>
                    <a:gd name="csX1" fmla="*/ 262647 w 525294"/>
                    <a:gd name="csY1" fmla="*/ 0 h 188068"/>
                    <a:gd name="csX2" fmla="*/ 525294 w 525294"/>
                    <a:gd name="csY2" fmla="*/ 94034 h 188068"/>
                    <a:gd name="csX3" fmla="*/ 262647 w 525294"/>
                    <a:gd name="csY3" fmla="*/ 188068 h 188068"/>
                    <a:gd name="csX4" fmla="*/ 0 w 525294"/>
                    <a:gd name="csY4" fmla="*/ 94034 h 188068"/>
                    <a:gd name="csX0" fmla="*/ 0 w 623481"/>
                    <a:gd name="csY0" fmla="*/ 94831 h 189220"/>
                    <a:gd name="csX1" fmla="*/ 262647 w 623481"/>
                    <a:gd name="csY1" fmla="*/ 797 h 189220"/>
                    <a:gd name="csX2" fmla="*/ 623481 w 623481"/>
                    <a:gd name="csY2" fmla="*/ 65276 h 189220"/>
                    <a:gd name="csX3" fmla="*/ 262647 w 623481"/>
                    <a:gd name="csY3" fmla="*/ 188865 h 189220"/>
                    <a:gd name="csX4" fmla="*/ 0 w 623481"/>
                    <a:gd name="csY4" fmla="*/ 94831 h 1892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23481" h="189220">
                      <a:moveTo>
                        <a:pt x="0" y="94831"/>
                      </a:moveTo>
                      <a:cubicBezTo>
                        <a:pt x="0" y="42897"/>
                        <a:pt x="158734" y="5723"/>
                        <a:pt x="262647" y="797"/>
                      </a:cubicBezTo>
                      <a:cubicBezTo>
                        <a:pt x="366560" y="-4129"/>
                        <a:pt x="623481" y="13342"/>
                        <a:pt x="623481" y="65276"/>
                      </a:cubicBezTo>
                      <a:cubicBezTo>
                        <a:pt x="623481" y="117210"/>
                        <a:pt x="366560" y="183939"/>
                        <a:pt x="262647" y="188865"/>
                      </a:cubicBezTo>
                      <a:cubicBezTo>
                        <a:pt x="158734" y="193791"/>
                        <a:pt x="0" y="146765"/>
                        <a:pt x="0" y="94831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18" name="Oval 15">
                  <a:extLst>
                    <a:ext uri="{FF2B5EF4-FFF2-40B4-BE49-F238E27FC236}">
                      <a16:creationId xmlns:a16="http://schemas.microsoft.com/office/drawing/2014/main" id="{24F9B57A-5CF6-E6F6-3FB5-895204A7D2E7}"/>
                    </a:ext>
                  </a:extLst>
                </p:cNvPr>
                <p:cNvSpPr/>
                <p:nvPr/>
              </p:nvSpPr>
              <p:spPr>
                <a:xfrm rot="19286828">
                  <a:off x="4465737" y="3804592"/>
                  <a:ext cx="623481" cy="189220"/>
                </a:xfrm>
                <a:custGeom>
                  <a:avLst/>
                  <a:gdLst>
                    <a:gd name="csX0" fmla="*/ 0 w 525294"/>
                    <a:gd name="csY0" fmla="*/ 94034 h 188068"/>
                    <a:gd name="csX1" fmla="*/ 262647 w 525294"/>
                    <a:gd name="csY1" fmla="*/ 0 h 188068"/>
                    <a:gd name="csX2" fmla="*/ 525294 w 525294"/>
                    <a:gd name="csY2" fmla="*/ 94034 h 188068"/>
                    <a:gd name="csX3" fmla="*/ 262647 w 525294"/>
                    <a:gd name="csY3" fmla="*/ 188068 h 188068"/>
                    <a:gd name="csX4" fmla="*/ 0 w 525294"/>
                    <a:gd name="csY4" fmla="*/ 94034 h 188068"/>
                    <a:gd name="csX0" fmla="*/ 0 w 623481"/>
                    <a:gd name="csY0" fmla="*/ 94831 h 189220"/>
                    <a:gd name="csX1" fmla="*/ 262647 w 623481"/>
                    <a:gd name="csY1" fmla="*/ 797 h 189220"/>
                    <a:gd name="csX2" fmla="*/ 623481 w 623481"/>
                    <a:gd name="csY2" fmla="*/ 65276 h 189220"/>
                    <a:gd name="csX3" fmla="*/ 262647 w 623481"/>
                    <a:gd name="csY3" fmla="*/ 188865 h 189220"/>
                    <a:gd name="csX4" fmla="*/ 0 w 623481"/>
                    <a:gd name="csY4" fmla="*/ 94831 h 1892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23481" h="189220">
                      <a:moveTo>
                        <a:pt x="0" y="94831"/>
                      </a:moveTo>
                      <a:cubicBezTo>
                        <a:pt x="0" y="42897"/>
                        <a:pt x="158734" y="5723"/>
                        <a:pt x="262647" y="797"/>
                      </a:cubicBezTo>
                      <a:cubicBezTo>
                        <a:pt x="366560" y="-4129"/>
                        <a:pt x="623481" y="13342"/>
                        <a:pt x="623481" y="65276"/>
                      </a:cubicBezTo>
                      <a:cubicBezTo>
                        <a:pt x="623481" y="117210"/>
                        <a:pt x="366560" y="183939"/>
                        <a:pt x="262647" y="188865"/>
                      </a:cubicBezTo>
                      <a:cubicBezTo>
                        <a:pt x="158734" y="193791"/>
                        <a:pt x="0" y="146765"/>
                        <a:pt x="0" y="94831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20" name="Oval 15">
                  <a:extLst>
                    <a:ext uri="{FF2B5EF4-FFF2-40B4-BE49-F238E27FC236}">
                      <a16:creationId xmlns:a16="http://schemas.microsoft.com/office/drawing/2014/main" id="{73A3FB3A-D041-79E0-C000-16253D07DFB3}"/>
                    </a:ext>
                  </a:extLst>
                </p:cNvPr>
                <p:cNvSpPr/>
                <p:nvPr/>
              </p:nvSpPr>
              <p:spPr>
                <a:xfrm rot="19286828">
                  <a:off x="4408762" y="3334390"/>
                  <a:ext cx="623481" cy="189220"/>
                </a:xfrm>
                <a:custGeom>
                  <a:avLst/>
                  <a:gdLst>
                    <a:gd name="csX0" fmla="*/ 0 w 525294"/>
                    <a:gd name="csY0" fmla="*/ 94034 h 188068"/>
                    <a:gd name="csX1" fmla="*/ 262647 w 525294"/>
                    <a:gd name="csY1" fmla="*/ 0 h 188068"/>
                    <a:gd name="csX2" fmla="*/ 525294 w 525294"/>
                    <a:gd name="csY2" fmla="*/ 94034 h 188068"/>
                    <a:gd name="csX3" fmla="*/ 262647 w 525294"/>
                    <a:gd name="csY3" fmla="*/ 188068 h 188068"/>
                    <a:gd name="csX4" fmla="*/ 0 w 525294"/>
                    <a:gd name="csY4" fmla="*/ 94034 h 188068"/>
                    <a:gd name="csX0" fmla="*/ 0 w 623481"/>
                    <a:gd name="csY0" fmla="*/ 94831 h 189220"/>
                    <a:gd name="csX1" fmla="*/ 262647 w 623481"/>
                    <a:gd name="csY1" fmla="*/ 797 h 189220"/>
                    <a:gd name="csX2" fmla="*/ 623481 w 623481"/>
                    <a:gd name="csY2" fmla="*/ 65276 h 189220"/>
                    <a:gd name="csX3" fmla="*/ 262647 w 623481"/>
                    <a:gd name="csY3" fmla="*/ 188865 h 189220"/>
                    <a:gd name="csX4" fmla="*/ 0 w 623481"/>
                    <a:gd name="csY4" fmla="*/ 94831 h 1892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23481" h="189220">
                      <a:moveTo>
                        <a:pt x="0" y="94831"/>
                      </a:moveTo>
                      <a:cubicBezTo>
                        <a:pt x="0" y="42897"/>
                        <a:pt x="158734" y="5723"/>
                        <a:pt x="262647" y="797"/>
                      </a:cubicBezTo>
                      <a:cubicBezTo>
                        <a:pt x="366560" y="-4129"/>
                        <a:pt x="623481" y="13342"/>
                        <a:pt x="623481" y="65276"/>
                      </a:cubicBezTo>
                      <a:cubicBezTo>
                        <a:pt x="623481" y="117210"/>
                        <a:pt x="366560" y="183939"/>
                        <a:pt x="262647" y="188865"/>
                      </a:cubicBezTo>
                      <a:cubicBezTo>
                        <a:pt x="158734" y="193791"/>
                        <a:pt x="0" y="146765"/>
                        <a:pt x="0" y="94831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22" name="Oval 15">
                  <a:extLst>
                    <a:ext uri="{FF2B5EF4-FFF2-40B4-BE49-F238E27FC236}">
                      <a16:creationId xmlns:a16="http://schemas.microsoft.com/office/drawing/2014/main" id="{CB862489-083E-2196-BFAB-AC22EFC38493}"/>
                    </a:ext>
                  </a:extLst>
                </p:cNvPr>
                <p:cNvSpPr/>
                <p:nvPr/>
              </p:nvSpPr>
              <p:spPr>
                <a:xfrm rot="19286828">
                  <a:off x="4569528" y="2798078"/>
                  <a:ext cx="576755" cy="168372"/>
                </a:xfrm>
                <a:custGeom>
                  <a:avLst/>
                  <a:gdLst>
                    <a:gd name="csX0" fmla="*/ 0 w 525294"/>
                    <a:gd name="csY0" fmla="*/ 94034 h 188068"/>
                    <a:gd name="csX1" fmla="*/ 262647 w 525294"/>
                    <a:gd name="csY1" fmla="*/ 0 h 188068"/>
                    <a:gd name="csX2" fmla="*/ 525294 w 525294"/>
                    <a:gd name="csY2" fmla="*/ 94034 h 188068"/>
                    <a:gd name="csX3" fmla="*/ 262647 w 525294"/>
                    <a:gd name="csY3" fmla="*/ 188068 h 188068"/>
                    <a:gd name="csX4" fmla="*/ 0 w 525294"/>
                    <a:gd name="csY4" fmla="*/ 94034 h 188068"/>
                    <a:gd name="csX0" fmla="*/ 0 w 623481"/>
                    <a:gd name="csY0" fmla="*/ 94831 h 189220"/>
                    <a:gd name="csX1" fmla="*/ 262647 w 623481"/>
                    <a:gd name="csY1" fmla="*/ 797 h 189220"/>
                    <a:gd name="csX2" fmla="*/ 623481 w 623481"/>
                    <a:gd name="csY2" fmla="*/ 65276 h 189220"/>
                    <a:gd name="csX3" fmla="*/ 262647 w 623481"/>
                    <a:gd name="csY3" fmla="*/ 188865 h 189220"/>
                    <a:gd name="csX4" fmla="*/ 0 w 623481"/>
                    <a:gd name="csY4" fmla="*/ 94831 h 1892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23481" h="189220">
                      <a:moveTo>
                        <a:pt x="0" y="94831"/>
                      </a:moveTo>
                      <a:cubicBezTo>
                        <a:pt x="0" y="42897"/>
                        <a:pt x="158734" y="5723"/>
                        <a:pt x="262647" y="797"/>
                      </a:cubicBezTo>
                      <a:cubicBezTo>
                        <a:pt x="366560" y="-4129"/>
                        <a:pt x="623481" y="13342"/>
                        <a:pt x="623481" y="65276"/>
                      </a:cubicBezTo>
                      <a:cubicBezTo>
                        <a:pt x="623481" y="117210"/>
                        <a:pt x="366560" y="183939"/>
                        <a:pt x="262647" y="188865"/>
                      </a:cubicBezTo>
                      <a:cubicBezTo>
                        <a:pt x="158734" y="193791"/>
                        <a:pt x="0" y="146765"/>
                        <a:pt x="0" y="94831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24" name="Oval 15">
                  <a:extLst>
                    <a:ext uri="{FF2B5EF4-FFF2-40B4-BE49-F238E27FC236}">
                      <a16:creationId xmlns:a16="http://schemas.microsoft.com/office/drawing/2014/main" id="{A77AFD85-1A21-DB98-50B2-8CCFF0E89312}"/>
                    </a:ext>
                  </a:extLst>
                </p:cNvPr>
                <p:cNvSpPr/>
                <p:nvPr/>
              </p:nvSpPr>
              <p:spPr>
                <a:xfrm rot="19286828">
                  <a:off x="4743695" y="2327959"/>
                  <a:ext cx="577662" cy="167647"/>
                </a:xfrm>
                <a:custGeom>
                  <a:avLst/>
                  <a:gdLst>
                    <a:gd name="csX0" fmla="*/ 0 w 525294"/>
                    <a:gd name="csY0" fmla="*/ 94034 h 188068"/>
                    <a:gd name="csX1" fmla="*/ 262647 w 525294"/>
                    <a:gd name="csY1" fmla="*/ 0 h 188068"/>
                    <a:gd name="csX2" fmla="*/ 525294 w 525294"/>
                    <a:gd name="csY2" fmla="*/ 94034 h 188068"/>
                    <a:gd name="csX3" fmla="*/ 262647 w 525294"/>
                    <a:gd name="csY3" fmla="*/ 188068 h 188068"/>
                    <a:gd name="csX4" fmla="*/ 0 w 525294"/>
                    <a:gd name="csY4" fmla="*/ 94034 h 188068"/>
                    <a:gd name="csX0" fmla="*/ 0 w 623481"/>
                    <a:gd name="csY0" fmla="*/ 94831 h 189220"/>
                    <a:gd name="csX1" fmla="*/ 262647 w 623481"/>
                    <a:gd name="csY1" fmla="*/ 797 h 189220"/>
                    <a:gd name="csX2" fmla="*/ 623481 w 623481"/>
                    <a:gd name="csY2" fmla="*/ 65276 h 189220"/>
                    <a:gd name="csX3" fmla="*/ 262647 w 623481"/>
                    <a:gd name="csY3" fmla="*/ 188865 h 189220"/>
                    <a:gd name="csX4" fmla="*/ 0 w 623481"/>
                    <a:gd name="csY4" fmla="*/ 94831 h 1892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23481" h="189220">
                      <a:moveTo>
                        <a:pt x="0" y="94831"/>
                      </a:moveTo>
                      <a:cubicBezTo>
                        <a:pt x="0" y="42897"/>
                        <a:pt x="158734" y="5723"/>
                        <a:pt x="262647" y="797"/>
                      </a:cubicBezTo>
                      <a:cubicBezTo>
                        <a:pt x="366560" y="-4129"/>
                        <a:pt x="623481" y="13342"/>
                        <a:pt x="623481" y="65276"/>
                      </a:cubicBezTo>
                      <a:cubicBezTo>
                        <a:pt x="623481" y="117210"/>
                        <a:pt x="366560" y="183939"/>
                        <a:pt x="262647" y="188865"/>
                      </a:cubicBezTo>
                      <a:cubicBezTo>
                        <a:pt x="158734" y="193791"/>
                        <a:pt x="0" y="146765"/>
                        <a:pt x="0" y="94831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26" name="Oval 15">
                  <a:extLst>
                    <a:ext uri="{FF2B5EF4-FFF2-40B4-BE49-F238E27FC236}">
                      <a16:creationId xmlns:a16="http://schemas.microsoft.com/office/drawing/2014/main" id="{4FFEADF7-09C5-FAFE-E596-6A14E3363660}"/>
                    </a:ext>
                  </a:extLst>
                </p:cNvPr>
                <p:cNvSpPr/>
                <p:nvPr/>
              </p:nvSpPr>
              <p:spPr>
                <a:xfrm rot="2313172" flipH="1">
                  <a:off x="4015292" y="4072869"/>
                  <a:ext cx="623481" cy="189220"/>
                </a:xfrm>
                <a:custGeom>
                  <a:avLst/>
                  <a:gdLst>
                    <a:gd name="csX0" fmla="*/ 0 w 525294"/>
                    <a:gd name="csY0" fmla="*/ 94034 h 188068"/>
                    <a:gd name="csX1" fmla="*/ 262647 w 525294"/>
                    <a:gd name="csY1" fmla="*/ 0 h 188068"/>
                    <a:gd name="csX2" fmla="*/ 525294 w 525294"/>
                    <a:gd name="csY2" fmla="*/ 94034 h 188068"/>
                    <a:gd name="csX3" fmla="*/ 262647 w 525294"/>
                    <a:gd name="csY3" fmla="*/ 188068 h 188068"/>
                    <a:gd name="csX4" fmla="*/ 0 w 525294"/>
                    <a:gd name="csY4" fmla="*/ 94034 h 188068"/>
                    <a:gd name="csX0" fmla="*/ 0 w 623481"/>
                    <a:gd name="csY0" fmla="*/ 94831 h 189220"/>
                    <a:gd name="csX1" fmla="*/ 262647 w 623481"/>
                    <a:gd name="csY1" fmla="*/ 797 h 189220"/>
                    <a:gd name="csX2" fmla="*/ 623481 w 623481"/>
                    <a:gd name="csY2" fmla="*/ 65276 h 189220"/>
                    <a:gd name="csX3" fmla="*/ 262647 w 623481"/>
                    <a:gd name="csY3" fmla="*/ 188865 h 189220"/>
                    <a:gd name="csX4" fmla="*/ 0 w 623481"/>
                    <a:gd name="csY4" fmla="*/ 94831 h 1892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23481" h="189220">
                      <a:moveTo>
                        <a:pt x="0" y="94831"/>
                      </a:moveTo>
                      <a:cubicBezTo>
                        <a:pt x="0" y="42897"/>
                        <a:pt x="158734" y="5723"/>
                        <a:pt x="262647" y="797"/>
                      </a:cubicBezTo>
                      <a:cubicBezTo>
                        <a:pt x="366560" y="-4129"/>
                        <a:pt x="623481" y="13342"/>
                        <a:pt x="623481" y="65276"/>
                      </a:cubicBezTo>
                      <a:cubicBezTo>
                        <a:pt x="623481" y="117210"/>
                        <a:pt x="366560" y="183939"/>
                        <a:pt x="262647" y="188865"/>
                      </a:cubicBezTo>
                      <a:cubicBezTo>
                        <a:pt x="158734" y="193791"/>
                        <a:pt x="0" y="146765"/>
                        <a:pt x="0" y="94831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28" name="Oval 15">
                  <a:extLst>
                    <a:ext uri="{FF2B5EF4-FFF2-40B4-BE49-F238E27FC236}">
                      <a16:creationId xmlns:a16="http://schemas.microsoft.com/office/drawing/2014/main" id="{A4802C83-E480-6CA2-F9FE-CC589CF6C959}"/>
                    </a:ext>
                  </a:extLst>
                </p:cNvPr>
                <p:cNvSpPr/>
                <p:nvPr/>
              </p:nvSpPr>
              <p:spPr>
                <a:xfrm rot="2729519" flipH="1">
                  <a:off x="3951244" y="3536316"/>
                  <a:ext cx="623481" cy="189220"/>
                </a:xfrm>
                <a:custGeom>
                  <a:avLst/>
                  <a:gdLst>
                    <a:gd name="csX0" fmla="*/ 0 w 525294"/>
                    <a:gd name="csY0" fmla="*/ 94034 h 188068"/>
                    <a:gd name="csX1" fmla="*/ 262647 w 525294"/>
                    <a:gd name="csY1" fmla="*/ 0 h 188068"/>
                    <a:gd name="csX2" fmla="*/ 525294 w 525294"/>
                    <a:gd name="csY2" fmla="*/ 94034 h 188068"/>
                    <a:gd name="csX3" fmla="*/ 262647 w 525294"/>
                    <a:gd name="csY3" fmla="*/ 188068 h 188068"/>
                    <a:gd name="csX4" fmla="*/ 0 w 525294"/>
                    <a:gd name="csY4" fmla="*/ 94034 h 188068"/>
                    <a:gd name="csX0" fmla="*/ 0 w 623481"/>
                    <a:gd name="csY0" fmla="*/ 94831 h 189220"/>
                    <a:gd name="csX1" fmla="*/ 262647 w 623481"/>
                    <a:gd name="csY1" fmla="*/ 797 h 189220"/>
                    <a:gd name="csX2" fmla="*/ 623481 w 623481"/>
                    <a:gd name="csY2" fmla="*/ 65276 h 189220"/>
                    <a:gd name="csX3" fmla="*/ 262647 w 623481"/>
                    <a:gd name="csY3" fmla="*/ 188865 h 189220"/>
                    <a:gd name="csX4" fmla="*/ 0 w 623481"/>
                    <a:gd name="csY4" fmla="*/ 94831 h 1892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23481" h="189220">
                      <a:moveTo>
                        <a:pt x="0" y="94831"/>
                      </a:moveTo>
                      <a:cubicBezTo>
                        <a:pt x="0" y="42897"/>
                        <a:pt x="158734" y="5723"/>
                        <a:pt x="262647" y="797"/>
                      </a:cubicBezTo>
                      <a:cubicBezTo>
                        <a:pt x="366560" y="-4129"/>
                        <a:pt x="623481" y="13342"/>
                        <a:pt x="623481" y="65276"/>
                      </a:cubicBezTo>
                      <a:cubicBezTo>
                        <a:pt x="623481" y="117210"/>
                        <a:pt x="366560" y="183939"/>
                        <a:pt x="262647" y="188865"/>
                      </a:cubicBezTo>
                      <a:cubicBezTo>
                        <a:pt x="158734" y="193791"/>
                        <a:pt x="0" y="146765"/>
                        <a:pt x="0" y="94831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30" name="Oval 15">
                  <a:extLst>
                    <a:ext uri="{FF2B5EF4-FFF2-40B4-BE49-F238E27FC236}">
                      <a16:creationId xmlns:a16="http://schemas.microsoft.com/office/drawing/2014/main" id="{350AD051-4624-18A8-ED5C-E7B87CF1DA1E}"/>
                    </a:ext>
                  </a:extLst>
                </p:cNvPr>
                <p:cNvSpPr/>
                <p:nvPr/>
              </p:nvSpPr>
              <p:spPr>
                <a:xfrm rot="3683002" flipH="1">
                  <a:off x="4136540" y="2942675"/>
                  <a:ext cx="545819" cy="133671"/>
                </a:xfrm>
                <a:custGeom>
                  <a:avLst/>
                  <a:gdLst>
                    <a:gd name="csX0" fmla="*/ 0 w 525294"/>
                    <a:gd name="csY0" fmla="*/ 94034 h 188068"/>
                    <a:gd name="csX1" fmla="*/ 262647 w 525294"/>
                    <a:gd name="csY1" fmla="*/ 0 h 188068"/>
                    <a:gd name="csX2" fmla="*/ 525294 w 525294"/>
                    <a:gd name="csY2" fmla="*/ 94034 h 188068"/>
                    <a:gd name="csX3" fmla="*/ 262647 w 525294"/>
                    <a:gd name="csY3" fmla="*/ 188068 h 188068"/>
                    <a:gd name="csX4" fmla="*/ 0 w 525294"/>
                    <a:gd name="csY4" fmla="*/ 94034 h 188068"/>
                    <a:gd name="csX0" fmla="*/ 0 w 623481"/>
                    <a:gd name="csY0" fmla="*/ 94831 h 189220"/>
                    <a:gd name="csX1" fmla="*/ 262647 w 623481"/>
                    <a:gd name="csY1" fmla="*/ 797 h 189220"/>
                    <a:gd name="csX2" fmla="*/ 623481 w 623481"/>
                    <a:gd name="csY2" fmla="*/ 65276 h 189220"/>
                    <a:gd name="csX3" fmla="*/ 262647 w 623481"/>
                    <a:gd name="csY3" fmla="*/ 188865 h 189220"/>
                    <a:gd name="csX4" fmla="*/ 0 w 623481"/>
                    <a:gd name="csY4" fmla="*/ 94831 h 1892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23481" h="189220">
                      <a:moveTo>
                        <a:pt x="0" y="94831"/>
                      </a:moveTo>
                      <a:cubicBezTo>
                        <a:pt x="0" y="42897"/>
                        <a:pt x="158734" y="5723"/>
                        <a:pt x="262647" y="797"/>
                      </a:cubicBezTo>
                      <a:cubicBezTo>
                        <a:pt x="366560" y="-4129"/>
                        <a:pt x="623481" y="13342"/>
                        <a:pt x="623481" y="65276"/>
                      </a:cubicBezTo>
                      <a:cubicBezTo>
                        <a:pt x="623481" y="117210"/>
                        <a:pt x="366560" y="183939"/>
                        <a:pt x="262647" y="188865"/>
                      </a:cubicBezTo>
                      <a:cubicBezTo>
                        <a:pt x="158734" y="193791"/>
                        <a:pt x="0" y="146765"/>
                        <a:pt x="0" y="94831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32" name="Oval 15">
                  <a:extLst>
                    <a:ext uri="{FF2B5EF4-FFF2-40B4-BE49-F238E27FC236}">
                      <a16:creationId xmlns:a16="http://schemas.microsoft.com/office/drawing/2014/main" id="{FD7BD22C-7853-1E92-7194-3136BE45FA4D}"/>
                    </a:ext>
                  </a:extLst>
                </p:cNvPr>
                <p:cNvSpPr/>
                <p:nvPr/>
              </p:nvSpPr>
              <p:spPr>
                <a:xfrm rot="5158366" flipH="1">
                  <a:off x="4376994" y="2490078"/>
                  <a:ext cx="532888" cy="140002"/>
                </a:xfrm>
                <a:custGeom>
                  <a:avLst/>
                  <a:gdLst>
                    <a:gd name="csX0" fmla="*/ 0 w 525294"/>
                    <a:gd name="csY0" fmla="*/ 94034 h 188068"/>
                    <a:gd name="csX1" fmla="*/ 262647 w 525294"/>
                    <a:gd name="csY1" fmla="*/ 0 h 188068"/>
                    <a:gd name="csX2" fmla="*/ 525294 w 525294"/>
                    <a:gd name="csY2" fmla="*/ 94034 h 188068"/>
                    <a:gd name="csX3" fmla="*/ 262647 w 525294"/>
                    <a:gd name="csY3" fmla="*/ 188068 h 188068"/>
                    <a:gd name="csX4" fmla="*/ 0 w 525294"/>
                    <a:gd name="csY4" fmla="*/ 94034 h 188068"/>
                    <a:gd name="csX0" fmla="*/ 0 w 623481"/>
                    <a:gd name="csY0" fmla="*/ 94831 h 189220"/>
                    <a:gd name="csX1" fmla="*/ 262647 w 623481"/>
                    <a:gd name="csY1" fmla="*/ 797 h 189220"/>
                    <a:gd name="csX2" fmla="*/ 623481 w 623481"/>
                    <a:gd name="csY2" fmla="*/ 65276 h 189220"/>
                    <a:gd name="csX3" fmla="*/ 262647 w 623481"/>
                    <a:gd name="csY3" fmla="*/ 188865 h 189220"/>
                    <a:gd name="csX4" fmla="*/ 0 w 623481"/>
                    <a:gd name="csY4" fmla="*/ 94831 h 1892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23481" h="189220">
                      <a:moveTo>
                        <a:pt x="0" y="94831"/>
                      </a:moveTo>
                      <a:cubicBezTo>
                        <a:pt x="0" y="42897"/>
                        <a:pt x="158734" y="5723"/>
                        <a:pt x="262647" y="797"/>
                      </a:cubicBezTo>
                      <a:cubicBezTo>
                        <a:pt x="366560" y="-4129"/>
                        <a:pt x="623481" y="13342"/>
                        <a:pt x="623481" y="65276"/>
                      </a:cubicBezTo>
                      <a:cubicBezTo>
                        <a:pt x="623481" y="117210"/>
                        <a:pt x="366560" y="183939"/>
                        <a:pt x="262647" y="188865"/>
                      </a:cubicBezTo>
                      <a:cubicBezTo>
                        <a:pt x="158734" y="193791"/>
                        <a:pt x="0" y="146765"/>
                        <a:pt x="0" y="94831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88D1BA03-122E-AF58-5626-F47124649229}"/>
                  </a:ext>
                </a:extLst>
              </p:cNvPr>
              <p:cNvGrpSpPr/>
              <p:nvPr/>
            </p:nvGrpSpPr>
            <p:grpSpPr>
              <a:xfrm>
                <a:off x="7227222" y="1930639"/>
                <a:ext cx="973754" cy="2080193"/>
                <a:chOff x="7227222" y="1930639"/>
                <a:chExt cx="973754" cy="2080193"/>
              </a:xfrm>
            </p:grpSpPr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F61F1187-7A04-50BA-FD96-320C32DDEA8C}"/>
                    </a:ext>
                  </a:extLst>
                </p:cNvPr>
                <p:cNvSpPr/>
                <p:nvPr/>
              </p:nvSpPr>
              <p:spPr>
                <a:xfrm rot="19517754">
                  <a:off x="7248555" y="2990469"/>
                  <a:ext cx="76216" cy="242001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B691524D-9AA7-AAB0-C968-2CF2485B78B7}"/>
                    </a:ext>
                  </a:extLst>
                </p:cNvPr>
                <p:cNvSpPr/>
                <p:nvPr/>
              </p:nvSpPr>
              <p:spPr>
                <a:xfrm rot="18820163">
                  <a:off x="7310115" y="3501139"/>
                  <a:ext cx="76216" cy="242001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1F01DAC3-9FA6-131E-CC87-3599C1882C20}"/>
                    </a:ext>
                  </a:extLst>
                </p:cNvPr>
                <p:cNvSpPr/>
                <p:nvPr/>
              </p:nvSpPr>
              <p:spPr>
                <a:xfrm rot="19517754">
                  <a:off x="7479772" y="2384897"/>
                  <a:ext cx="76216" cy="242001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672F00CC-EBB5-8DA9-48B4-D1FEADE08A57}"/>
                    </a:ext>
                  </a:extLst>
                </p:cNvPr>
                <p:cNvSpPr/>
                <p:nvPr/>
              </p:nvSpPr>
              <p:spPr>
                <a:xfrm rot="21410552">
                  <a:off x="7675114" y="1948307"/>
                  <a:ext cx="76216" cy="242001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BF22B6C1-C7FF-E4AE-68FB-82E24D83F2D8}"/>
                    </a:ext>
                  </a:extLst>
                </p:cNvPr>
                <p:cNvSpPr/>
                <p:nvPr/>
              </p:nvSpPr>
              <p:spPr>
                <a:xfrm rot="3007016">
                  <a:off x="8041868" y="1847746"/>
                  <a:ext cx="76216" cy="242001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BB2FBC32-E902-3494-75B4-E0A2D3297217}"/>
                    </a:ext>
                  </a:extLst>
                </p:cNvPr>
                <p:cNvSpPr/>
                <p:nvPr/>
              </p:nvSpPr>
              <p:spPr>
                <a:xfrm rot="2523889">
                  <a:off x="7778190" y="2818234"/>
                  <a:ext cx="76216" cy="242001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07C83954-07A8-9D00-0C37-B1CE55C3B5C3}"/>
                    </a:ext>
                  </a:extLst>
                </p:cNvPr>
                <p:cNvSpPr/>
                <p:nvPr/>
              </p:nvSpPr>
              <p:spPr>
                <a:xfrm rot="2539258">
                  <a:off x="7897189" y="3289236"/>
                  <a:ext cx="76216" cy="242001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807174CA-FFDC-2C6B-AC0E-A89CB56B33AA}"/>
                    </a:ext>
                  </a:extLst>
                </p:cNvPr>
                <p:cNvSpPr/>
                <p:nvPr/>
              </p:nvSpPr>
              <p:spPr>
                <a:xfrm rot="2699675">
                  <a:off x="7921482" y="3768831"/>
                  <a:ext cx="76216" cy="242001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1B1A8FF8-EEEA-05A9-292E-EDCDF7E30C7D}"/>
                    </a:ext>
                  </a:extLst>
                </p:cNvPr>
                <p:cNvSpPr/>
                <p:nvPr/>
              </p:nvSpPr>
              <p:spPr>
                <a:xfrm rot="3007016">
                  <a:off x="7908501" y="2278098"/>
                  <a:ext cx="76216" cy="242001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</p:grp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FE01A069-B5CF-B60B-486B-ACE5C0094C22}"/>
                </a:ext>
              </a:extLst>
            </p:cNvPr>
            <p:cNvGrpSpPr/>
            <p:nvPr/>
          </p:nvGrpSpPr>
          <p:grpSpPr>
            <a:xfrm flipH="1">
              <a:off x="10156814" y="1797188"/>
              <a:ext cx="1306065" cy="2628561"/>
              <a:chOff x="7089233" y="1794282"/>
              <a:chExt cx="1306065" cy="2628561"/>
            </a:xfrm>
          </p:grpSpPr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220F3B23-6BF8-CDD6-F021-286E6B835BF3}"/>
                  </a:ext>
                </a:extLst>
              </p:cNvPr>
              <p:cNvGrpSpPr/>
              <p:nvPr/>
            </p:nvGrpSpPr>
            <p:grpSpPr>
              <a:xfrm>
                <a:off x="7089233" y="1794282"/>
                <a:ext cx="1306065" cy="2628561"/>
                <a:chOff x="4015292" y="2293635"/>
                <a:chExt cx="1306065" cy="2628561"/>
              </a:xfrm>
            </p:grpSpPr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FFCA9085-AF3E-7FC6-2AE3-3FB90F0B7EA9}"/>
                    </a:ext>
                  </a:extLst>
                </p:cNvPr>
                <p:cNvSpPr/>
                <p:nvPr/>
              </p:nvSpPr>
              <p:spPr>
                <a:xfrm>
                  <a:off x="4474723" y="2587557"/>
                  <a:ext cx="317771" cy="2334639"/>
                </a:xfrm>
                <a:custGeom>
                  <a:avLst/>
                  <a:gdLst>
                    <a:gd name="csX0" fmla="*/ 571913 w 708101"/>
                    <a:gd name="csY0" fmla="*/ 2341123 h 2341123"/>
                    <a:gd name="csX1" fmla="*/ 1224 w 708101"/>
                    <a:gd name="csY1" fmla="*/ 1063557 h 2341123"/>
                    <a:gd name="csX2" fmla="*/ 708101 w 708101"/>
                    <a:gd name="csY2" fmla="*/ 0 h 2341123"/>
                    <a:gd name="csX3" fmla="*/ 708101 w 708101"/>
                    <a:gd name="csY3" fmla="*/ 0 h 234112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08101" h="2341123">
                      <a:moveTo>
                        <a:pt x="571913" y="2341123"/>
                      </a:moveTo>
                      <a:cubicBezTo>
                        <a:pt x="275219" y="1897433"/>
                        <a:pt x="-21474" y="1453744"/>
                        <a:pt x="1224" y="1063557"/>
                      </a:cubicBezTo>
                      <a:cubicBezTo>
                        <a:pt x="23922" y="673370"/>
                        <a:pt x="708101" y="0"/>
                        <a:pt x="708101" y="0"/>
                      </a:cubicBezTo>
                      <a:lnTo>
                        <a:pt x="708101" y="0"/>
                      </a:lnTo>
                    </a:path>
                  </a:pathLst>
                </a:custGeom>
                <a:ln w="38100"/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87" name="Oval 15">
                  <a:extLst>
                    <a:ext uri="{FF2B5EF4-FFF2-40B4-BE49-F238E27FC236}">
                      <a16:creationId xmlns:a16="http://schemas.microsoft.com/office/drawing/2014/main" id="{161279EB-90FB-2CD5-FF6E-BF2B8491D486}"/>
                    </a:ext>
                  </a:extLst>
                </p:cNvPr>
                <p:cNvSpPr/>
                <p:nvPr/>
              </p:nvSpPr>
              <p:spPr>
                <a:xfrm rot="19286828">
                  <a:off x="4574131" y="4229367"/>
                  <a:ext cx="623481" cy="189220"/>
                </a:xfrm>
                <a:custGeom>
                  <a:avLst/>
                  <a:gdLst>
                    <a:gd name="csX0" fmla="*/ 0 w 525294"/>
                    <a:gd name="csY0" fmla="*/ 94034 h 188068"/>
                    <a:gd name="csX1" fmla="*/ 262647 w 525294"/>
                    <a:gd name="csY1" fmla="*/ 0 h 188068"/>
                    <a:gd name="csX2" fmla="*/ 525294 w 525294"/>
                    <a:gd name="csY2" fmla="*/ 94034 h 188068"/>
                    <a:gd name="csX3" fmla="*/ 262647 w 525294"/>
                    <a:gd name="csY3" fmla="*/ 188068 h 188068"/>
                    <a:gd name="csX4" fmla="*/ 0 w 525294"/>
                    <a:gd name="csY4" fmla="*/ 94034 h 188068"/>
                    <a:gd name="csX0" fmla="*/ 0 w 623481"/>
                    <a:gd name="csY0" fmla="*/ 94831 h 189220"/>
                    <a:gd name="csX1" fmla="*/ 262647 w 623481"/>
                    <a:gd name="csY1" fmla="*/ 797 h 189220"/>
                    <a:gd name="csX2" fmla="*/ 623481 w 623481"/>
                    <a:gd name="csY2" fmla="*/ 65276 h 189220"/>
                    <a:gd name="csX3" fmla="*/ 262647 w 623481"/>
                    <a:gd name="csY3" fmla="*/ 188865 h 189220"/>
                    <a:gd name="csX4" fmla="*/ 0 w 623481"/>
                    <a:gd name="csY4" fmla="*/ 94831 h 1892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23481" h="189220">
                      <a:moveTo>
                        <a:pt x="0" y="94831"/>
                      </a:moveTo>
                      <a:cubicBezTo>
                        <a:pt x="0" y="42897"/>
                        <a:pt x="158734" y="5723"/>
                        <a:pt x="262647" y="797"/>
                      </a:cubicBezTo>
                      <a:cubicBezTo>
                        <a:pt x="366560" y="-4129"/>
                        <a:pt x="623481" y="13342"/>
                        <a:pt x="623481" y="65276"/>
                      </a:cubicBezTo>
                      <a:cubicBezTo>
                        <a:pt x="623481" y="117210"/>
                        <a:pt x="366560" y="183939"/>
                        <a:pt x="262647" y="188865"/>
                      </a:cubicBezTo>
                      <a:cubicBezTo>
                        <a:pt x="158734" y="193791"/>
                        <a:pt x="0" y="146765"/>
                        <a:pt x="0" y="94831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88" name="Oval 15">
                  <a:extLst>
                    <a:ext uri="{FF2B5EF4-FFF2-40B4-BE49-F238E27FC236}">
                      <a16:creationId xmlns:a16="http://schemas.microsoft.com/office/drawing/2014/main" id="{362F7522-EDCD-5DEC-00EA-A807532CE40E}"/>
                    </a:ext>
                  </a:extLst>
                </p:cNvPr>
                <p:cNvSpPr/>
                <p:nvPr/>
              </p:nvSpPr>
              <p:spPr>
                <a:xfrm rot="19286828">
                  <a:off x="4465737" y="3804592"/>
                  <a:ext cx="623481" cy="189220"/>
                </a:xfrm>
                <a:custGeom>
                  <a:avLst/>
                  <a:gdLst>
                    <a:gd name="csX0" fmla="*/ 0 w 525294"/>
                    <a:gd name="csY0" fmla="*/ 94034 h 188068"/>
                    <a:gd name="csX1" fmla="*/ 262647 w 525294"/>
                    <a:gd name="csY1" fmla="*/ 0 h 188068"/>
                    <a:gd name="csX2" fmla="*/ 525294 w 525294"/>
                    <a:gd name="csY2" fmla="*/ 94034 h 188068"/>
                    <a:gd name="csX3" fmla="*/ 262647 w 525294"/>
                    <a:gd name="csY3" fmla="*/ 188068 h 188068"/>
                    <a:gd name="csX4" fmla="*/ 0 w 525294"/>
                    <a:gd name="csY4" fmla="*/ 94034 h 188068"/>
                    <a:gd name="csX0" fmla="*/ 0 w 623481"/>
                    <a:gd name="csY0" fmla="*/ 94831 h 189220"/>
                    <a:gd name="csX1" fmla="*/ 262647 w 623481"/>
                    <a:gd name="csY1" fmla="*/ 797 h 189220"/>
                    <a:gd name="csX2" fmla="*/ 623481 w 623481"/>
                    <a:gd name="csY2" fmla="*/ 65276 h 189220"/>
                    <a:gd name="csX3" fmla="*/ 262647 w 623481"/>
                    <a:gd name="csY3" fmla="*/ 188865 h 189220"/>
                    <a:gd name="csX4" fmla="*/ 0 w 623481"/>
                    <a:gd name="csY4" fmla="*/ 94831 h 1892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23481" h="189220">
                      <a:moveTo>
                        <a:pt x="0" y="94831"/>
                      </a:moveTo>
                      <a:cubicBezTo>
                        <a:pt x="0" y="42897"/>
                        <a:pt x="158734" y="5723"/>
                        <a:pt x="262647" y="797"/>
                      </a:cubicBezTo>
                      <a:cubicBezTo>
                        <a:pt x="366560" y="-4129"/>
                        <a:pt x="623481" y="13342"/>
                        <a:pt x="623481" y="65276"/>
                      </a:cubicBezTo>
                      <a:cubicBezTo>
                        <a:pt x="623481" y="117210"/>
                        <a:pt x="366560" y="183939"/>
                        <a:pt x="262647" y="188865"/>
                      </a:cubicBezTo>
                      <a:cubicBezTo>
                        <a:pt x="158734" y="193791"/>
                        <a:pt x="0" y="146765"/>
                        <a:pt x="0" y="94831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89" name="Oval 15">
                  <a:extLst>
                    <a:ext uri="{FF2B5EF4-FFF2-40B4-BE49-F238E27FC236}">
                      <a16:creationId xmlns:a16="http://schemas.microsoft.com/office/drawing/2014/main" id="{C72D1D47-48F4-9EDB-CF76-D1FBCDC3A6C6}"/>
                    </a:ext>
                  </a:extLst>
                </p:cNvPr>
                <p:cNvSpPr/>
                <p:nvPr/>
              </p:nvSpPr>
              <p:spPr>
                <a:xfrm rot="19286828">
                  <a:off x="4408762" y="3334390"/>
                  <a:ext cx="623481" cy="189220"/>
                </a:xfrm>
                <a:custGeom>
                  <a:avLst/>
                  <a:gdLst>
                    <a:gd name="csX0" fmla="*/ 0 w 525294"/>
                    <a:gd name="csY0" fmla="*/ 94034 h 188068"/>
                    <a:gd name="csX1" fmla="*/ 262647 w 525294"/>
                    <a:gd name="csY1" fmla="*/ 0 h 188068"/>
                    <a:gd name="csX2" fmla="*/ 525294 w 525294"/>
                    <a:gd name="csY2" fmla="*/ 94034 h 188068"/>
                    <a:gd name="csX3" fmla="*/ 262647 w 525294"/>
                    <a:gd name="csY3" fmla="*/ 188068 h 188068"/>
                    <a:gd name="csX4" fmla="*/ 0 w 525294"/>
                    <a:gd name="csY4" fmla="*/ 94034 h 188068"/>
                    <a:gd name="csX0" fmla="*/ 0 w 623481"/>
                    <a:gd name="csY0" fmla="*/ 94831 h 189220"/>
                    <a:gd name="csX1" fmla="*/ 262647 w 623481"/>
                    <a:gd name="csY1" fmla="*/ 797 h 189220"/>
                    <a:gd name="csX2" fmla="*/ 623481 w 623481"/>
                    <a:gd name="csY2" fmla="*/ 65276 h 189220"/>
                    <a:gd name="csX3" fmla="*/ 262647 w 623481"/>
                    <a:gd name="csY3" fmla="*/ 188865 h 189220"/>
                    <a:gd name="csX4" fmla="*/ 0 w 623481"/>
                    <a:gd name="csY4" fmla="*/ 94831 h 1892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23481" h="189220">
                      <a:moveTo>
                        <a:pt x="0" y="94831"/>
                      </a:moveTo>
                      <a:cubicBezTo>
                        <a:pt x="0" y="42897"/>
                        <a:pt x="158734" y="5723"/>
                        <a:pt x="262647" y="797"/>
                      </a:cubicBezTo>
                      <a:cubicBezTo>
                        <a:pt x="366560" y="-4129"/>
                        <a:pt x="623481" y="13342"/>
                        <a:pt x="623481" y="65276"/>
                      </a:cubicBezTo>
                      <a:cubicBezTo>
                        <a:pt x="623481" y="117210"/>
                        <a:pt x="366560" y="183939"/>
                        <a:pt x="262647" y="188865"/>
                      </a:cubicBezTo>
                      <a:cubicBezTo>
                        <a:pt x="158734" y="193791"/>
                        <a:pt x="0" y="146765"/>
                        <a:pt x="0" y="94831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90" name="Oval 15">
                  <a:extLst>
                    <a:ext uri="{FF2B5EF4-FFF2-40B4-BE49-F238E27FC236}">
                      <a16:creationId xmlns:a16="http://schemas.microsoft.com/office/drawing/2014/main" id="{9B32959D-B36E-ABA3-EB4C-A5C816949AD4}"/>
                    </a:ext>
                  </a:extLst>
                </p:cNvPr>
                <p:cNvSpPr/>
                <p:nvPr/>
              </p:nvSpPr>
              <p:spPr>
                <a:xfrm rot="19286828">
                  <a:off x="4569528" y="2798078"/>
                  <a:ext cx="576755" cy="168372"/>
                </a:xfrm>
                <a:custGeom>
                  <a:avLst/>
                  <a:gdLst>
                    <a:gd name="csX0" fmla="*/ 0 w 525294"/>
                    <a:gd name="csY0" fmla="*/ 94034 h 188068"/>
                    <a:gd name="csX1" fmla="*/ 262647 w 525294"/>
                    <a:gd name="csY1" fmla="*/ 0 h 188068"/>
                    <a:gd name="csX2" fmla="*/ 525294 w 525294"/>
                    <a:gd name="csY2" fmla="*/ 94034 h 188068"/>
                    <a:gd name="csX3" fmla="*/ 262647 w 525294"/>
                    <a:gd name="csY3" fmla="*/ 188068 h 188068"/>
                    <a:gd name="csX4" fmla="*/ 0 w 525294"/>
                    <a:gd name="csY4" fmla="*/ 94034 h 188068"/>
                    <a:gd name="csX0" fmla="*/ 0 w 623481"/>
                    <a:gd name="csY0" fmla="*/ 94831 h 189220"/>
                    <a:gd name="csX1" fmla="*/ 262647 w 623481"/>
                    <a:gd name="csY1" fmla="*/ 797 h 189220"/>
                    <a:gd name="csX2" fmla="*/ 623481 w 623481"/>
                    <a:gd name="csY2" fmla="*/ 65276 h 189220"/>
                    <a:gd name="csX3" fmla="*/ 262647 w 623481"/>
                    <a:gd name="csY3" fmla="*/ 188865 h 189220"/>
                    <a:gd name="csX4" fmla="*/ 0 w 623481"/>
                    <a:gd name="csY4" fmla="*/ 94831 h 1892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23481" h="189220">
                      <a:moveTo>
                        <a:pt x="0" y="94831"/>
                      </a:moveTo>
                      <a:cubicBezTo>
                        <a:pt x="0" y="42897"/>
                        <a:pt x="158734" y="5723"/>
                        <a:pt x="262647" y="797"/>
                      </a:cubicBezTo>
                      <a:cubicBezTo>
                        <a:pt x="366560" y="-4129"/>
                        <a:pt x="623481" y="13342"/>
                        <a:pt x="623481" y="65276"/>
                      </a:cubicBezTo>
                      <a:cubicBezTo>
                        <a:pt x="623481" y="117210"/>
                        <a:pt x="366560" y="183939"/>
                        <a:pt x="262647" y="188865"/>
                      </a:cubicBezTo>
                      <a:cubicBezTo>
                        <a:pt x="158734" y="193791"/>
                        <a:pt x="0" y="146765"/>
                        <a:pt x="0" y="94831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91" name="Oval 15">
                  <a:extLst>
                    <a:ext uri="{FF2B5EF4-FFF2-40B4-BE49-F238E27FC236}">
                      <a16:creationId xmlns:a16="http://schemas.microsoft.com/office/drawing/2014/main" id="{106013FB-AB7F-158C-2F86-43EB0D7C7AD6}"/>
                    </a:ext>
                  </a:extLst>
                </p:cNvPr>
                <p:cNvSpPr/>
                <p:nvPr/>
              </p:nvSpPr>
              <p:spPr>
                <a:xfrm rot="19286828">
                  <a:off x="4743695" y="2327959"/>
                  <a:ext cx="577662" cy="167647"/>
                </a:xfrm>
                <a:custGeom>
                  <a:avLst/>
                  <a:gdLst>
                    <a:gd name="csX0" fmla="*/ 0 w 525294"/>
                    <a:gd name="csY0" fmla="*/ 94034 h 188068"/>
                    <a:gd name="csX1" fmla="*/ 262647 w 525294"/>
                    <a:gd name="csY1" fmla="*/ 0 h 188068"/>
                    <a:gd name="csX2" fmla="*/ 525294 w 525294"/>
                    <a:gd name="csY2" fmla="*/ 94034 h 188068"/>
                    <a:gd name="csX3" fmla="*/ 262647 w 525294"/>
                    <a:gd name="csY3" fmla="*/ 188068 h 188068"/>
                    <a:gd name="csX4" fmla="*/ 0 w 525294"/>
                    <a:gd name="csY4" fmla="*/ 94034 h 188068"/>
                    <a:gd name="csX0" fmla="*/ 0 w 623481"/>
                    <a:gd name="csY0" fmla="*/ 94831 h 189220"/>
                    <a:gd name="csX1" fmla="*/ 262647 w 623481"/>
                    <a:gd name="csY1" fmla="*/ 797 h 189220"/>
                    <a:gd name="csX2" fmla="*/ 623481 w 623481"/>
                    <a:gd name="csY2" fmla="*/ 65276 h 189220"/>
                    <a:gd name="csX3" fmla="*/ 262647 w 623481"/>
                    <a:gd name="csY3" fmla="*/ 188865 h 189220"/>
                    <a:gd name="csX4" fmla="*/ 0 w 623481"/>
                    <a:gd name="csY4" fmla="*/ 94831 h 1892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23481" h="189220">
                      <a:moveTo>
                        <a:pt x="0" y="94831"/>
                      </a:moveTo>
                      <a:cubicBezTo>
                        <a:pt x="0" y="42897"/>
                        <a:pt x="158734" y="5723"/>
                        <a:pt x="262647" y="797"/>
                      </a:cubicBezTo>
                      <a:cubicBezTo>
                        <a:pt x="366560" y="-4129"/>
                        <a:pt x="623481" y="13342"/>
                        <a:pt x="623481" y="65276"/>
                      </a:cubicBezTo>
                      <a:cubicBezTo>
                        <a:pt x="623481" y="117210"/>
                        <a:pt x="366560" y="183939"/>
                        <a:pt x="262647" y="188865"/>
                      </a:cubicBezTo>
                      <a:cubicBezTo>
                        <a:pt x="158734" y="193791"/>
                        <a:pt x="0" y="146765"/>
                        <a:pt x="0" y="94831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92" name="Oval 15">
                  <a:extLst>
                    <a:ext uri="{FF2B5EF4-FFF2-40B4-BE49-F238E27FC236}">
                      <a16:creationId xmlns:a16="http://schemas.microsoft.com/office/drawing/2014/main" id="{DFE71566-9483-C5FD-7C79-EE9A7621B92C}"/>
                    </a:ext>
                  </a:extLst>
                </p:cNvPr>
                <p:cNvSpPr/>
                <p:nvPr/>
              </p:nvSpPr>
              <p:spPr>
                <a:xfrm rot="2313172" flipH="1">
                  <a:off x="4015292" y="4072869"/>
                  <a:ext cx="623481" cy="189220"/>
                </a:xfrm>
                <a:custGeom>
                  <a:avLst/>
                  <a:gdLst>
                    <a:gd name="csX0" fmla="*/ 0 w 525294"/>
                    <a:gd name="csY0" fmla="*/ 94034 h 188068"/>
                    <a:gd name="csX1" fmla="*/ 262647 w 525294"/>
                    <a:gd name="csY1" fmla="*/ 0 h 188068"/>
                    <a:gd name="csX2" fmla="*/ 525294 w 525294"/>
                    <a:gd name="csY2" fmla="*/ 94034 h 188068"/>
                    <a:gd name="csX3" fmla="*/ 262647 w 525294"/>
                    <a:gd name="csY3" fmla="*/ 188068 h 188068"/>
                    <a:gd name="csX4" fmla="*/ 0 w 525294"/>
                    <a:gd name="csY4" fmla="*/ 94034 h 188068"/>
                    <a:gd name="csX0" fmla="*/ 0 w 623481"/>
                    <a:gd name="csY0" fmla="*/ 94831 h 189220"/>
                    <a:gd name="csX1" fmla="*/ 262647 w 623481"/>
                    <a:gd name="csY1" fmla="*/ 797 h 189220"/>
                    <a:gd name="csX2" fmla="*/ 623481 w 623481"/>
                    <a:gd name="csY2" fmla="*/ 65276 h 189220"/>
                    <a:gd name="csX3" fmla="*/ 262647 w 623481"/>
                    <a:gd name="csY3" fmla="*/ 188865 h 189220"/>
                    <a:gd name="csX4" fmla="*/ 0 w 623481"/>
                    <a:gd name="csY4" fmla="*/ 94831 h 1892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23481" h="189220">
                      <a:moveTo>
                        <a:pt x="0" y="94831"/>
                      </a:moveTo>
                      <a:cubicBezTo>
                        <a:pt x="0" y="42897"/>
                        <a:pt x="158734" y="5723"/>
                        <a:pt x="262647" y="797"/>
                      </a:cubicBezTo>
                      <a:cubicBezTo>
                        <a:pt x="366560" y="-4129"/>
                        <a:pt x="623481" y="13342"/>
                        <a:pt x="623481" y="65276"/>
                      </a:cubicBezTo>
                      <a:cubicBezTo>
                        <a:pt x="623481" y="117210"/>
                        <a:pt x="366560" y="183939"/>
                        <a:pt x="262647" y="188865"/>
                      </a:cubicBezTo>
                      <a:cubicBezTo>
                        <a:pt x="158734" y="193791"/>
                        <a:pt x="0" y="146765"/>
                        <a:pt x="0" y="94831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93" name="Oval 15">
                  <a:extLst>
                    <a:ext uri="{FF2B5EF4-FFF2-40B4-BE49-F238E27FC236}">
                      <a16:creationId xmlns:a16="http://schemas.microsoft.com/office/drawing/2014/main" id="{EA53641C-E90E-089F-16F5-3B760596D3E5}"/>
                    </a:ext>
                  </a:extLst>
                </p:cNvPr>
                <p:cNvSpPr/>
                <p:nvPr/>
              </p:nvSpPr>
              <p:spPr>
                <a:xfrm rot="2729519" flipH="1">
                  <a:off x="3951244" y="3536316"/>
                  <a:ext cx="623481" cy="189220"/>
                </a:xfrm>
                <a:custGeom>
                  <a:avLst/>
                  <a:gdLst>
                    <a:gd name="csX0" fmla="*/ 0 w 525294"/>
                    <a:gd name="csY0" fmla="*/ 94034 h 188068"/>
                    <a:gd name="csX1" fmla="*/ 262647 w 525294"/>
                    <a:gd name="csY1" fmla="*/ 0 h 188068"/>
                    <a:gd name="csX2" fmla="*/ 525294 w 525294"/>
                    <a:gd name="csY2" fmla="*/ 94034 h 188068"/>
                    <a:gd name="csX3" fmla="*/ 262647 w 525294"/>
                    <a:gd name="csY3" fmla="*/ 188068 h 188068"/>
                    <a:gd name="csX4" fmla="*/ 0 w 525294"/>
                    <a:gd name="csY4" fmla="*/ 94034 h 188068"/>
                    <a:gd name="csX0" fmla="*/ 0 w 623481"/>
                    <a:gd name="csY0" fmla="*/ 94831 h 189220"/>
                    <a:gd name="csX1" fmla="*/ 262647 w 623481"/>
                    <a:gd name="csY1" fmla="*/ 797 h 189220"/>
                    <a:gd name="csX2" fmla="*/ 623481 w 623481"/>
                    <a:gd name="csY2" fmla="*/ 65276 h 189220"/>
                    <a:gd name="csX3" fmla="*/ 262647 w 623481"/>
                    <a:gd name="csY3" fmla="*/ 188865 h 189220"/>
                    <a:gd name="csX4" fmla="*/ 0 w 623481"/>
                    <a:gd name="csY4" fmla="*/ 94831 h 1892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23481" h="189220">
                      <a:moveTo>
                        <a:pt x="0" y="94831"/>
                      </a:moveTo>
                      <a:cubicBezTo>
                        <a:pt x="0" y="42897"/>
                        <a:pt x="158734" y="5723"/>
                        <a:pt x="262647" y="797"/>
                      </a:cubicBezTo>
                      <a:cubicBezTo>
                        <a:pt x="366560" y="-4129"/>
                        <a:pt x="623481" y="13342"/>
                        <a:pt x="623481" y="65276"/>
                      </a:cubicBezTo>
                      <a:cubicBezTo>
                        <a:pt x="623481" y="117210"/>
                        <a:pt x="366560" y="183939"/>
                        <a:pt x="262647" y="188865"/>
                      </a:cubicBezTo>
                      <a:cubicBezTo>
                        <a:pt x="158734" y="193791"/>
                        <a:pt x="0" y="146765"/>
                        <a:pt x="0" y="94831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94" name="Oval 15">
                  <a:extLst>
                    <a:ext uri="{FF2B5EF4-FFF2-40B4-BE49-F238E27FC236}">
                      <a16:creationId xmlns:a16="http://schemas.microsoft.com/office/drawing/2014/main" id="{61B23364-3ED9-44A3-B38D-34011F74CD0B}"/>
                    </a:ext>
                  </a:extLst>
                </p:cNvPr>
                <p:cNvSpPr/>
                <p:nvPr/>
              </p:nvSpPr>
              <p:spPr>
                <a:xfrm rot="3683002" flipH="1">
                  <a:off x="4136540" y="2942675"/>
                  <a:ext cx="545819" cy="133671"/>
                </a:xfrm>
                <a:custGeom>
                  <a:avLst/>
                  <a:gdLst>
                    <a:gd name="csX0" fmla="*/ 0 w 525294"/>
                    <a:gd name="csY0" fmla="*/ 94034 h 188068"/>
                    <a:gd name="csX1" fmla="*/ 262647 w 525294"/>
                    <a:gd name="csY1" fmla="*/ 0 h 188068"/>
                    <a:gd name="csX2" fmla="*/ 525294 w 525294"/>
                    <a:gd name="csY2" fmla="*/ 94034 h 188068"/>
                    <a:gd name="csX3" fmla="*/ 262647 w 525294"/>
                    <a:gd name="csY3" fmla="*/ 188068 h 188068"/>
                    <a:gd name="csX4" fmla="*/ 0 w 525294"/>
                    <a:gd name="csY4" fmla="*/ 94034 h 188068"/>
                    <a:gd name="csX0" fmla="*/ 0 w 623481"/>
                    <a:gd name="csY0" fmla="*/ 94831 h 189220"/>
                    <a:gd name="csX1" fmla="*/ 262647 w 623481"/>
                    <a:gd name="csY1" fmla="*/ 797 h 189220"/>
                    <a:gd name="csX2" fmla="*/ 623481 w 623481"/>
                    <a:gd name="csY2" fmla="*/ 65276 h 189220"/>
                    <a:gd name="csX3" fmla="*/ 262647 w 623481"/>
                    <a:gd name="csY3" fmla="*/ 188865 h 189220"/>
                    <a:gd name="csX4" fmla="*/ 0 w 623481"/>
                    <a:gd name="csY4" fmla="*/ 94831 h 1892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23481" h="189220">
                      <a:moveTo>
                        <a:pt x="0" y="94831"/>
                      </a:moveTo>
                      <a:cubicBezTo>
                        <a:pt x="0" y="42897"/>
                        <a:pt x="158734" y="5723"/>
                        <a:pt x="262647" y="797"/>
                      </a:cubicBezTo>
                      <a:cubicBezTo>
                        <a:pt x="366560" y="-4129"/>
                        <a:pt x="623481" y="13342"/>
                        <a:pt x="623481" y="65276"/>
                      </a:cubicBezTo>
                      <a:cubicBezTo>
                        <a:pt x="623481" y="117210"/>
                        <a:pt x="366560" y="183939"/>
                        <a:pt x="262647" y="188865"/>
                      </a:cubicBezTo>
                      <a:cubicBezTo>
                        <a:pt x="158734" y="193791"/>
                        <a:pt x="0" y="146765"/>
                        <a:pt x="0" y="94831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95" name="Oval 15">
                  <a:extLst>
                    <a:ext uri="{FF2B5EF4-FFF2-40B4-BE49-F238E27FC236}">
                      <a16:creationId xmlns:a16="http://schemas.microsoft.com/office/drawing/2014/main" id="{D353C546-27D9-D07A-86D2-8557C5E6B2A8}"/>
                    </a:ext>
                  </a:extLst>
                </p:cNvPr>
                <p:cNvSpPr/>
                <p:nvPr/>
              </p:nvSpPr>
              <p:spPr>
                <a:xfrm rot="5158366" flipH="1">
                  <a:off x="4376994" y="2490078"/>
                  <a:ext cx="532888" cy="140002"/>
                </a:xfrm>
                <a:custGeom>
                  <a:avLst/>
                  <a:gdLst>
                    <a:gd name="csX0" fmla="*/ 0 w 525294"/>
                    <a:gd name="csY0" fmla="*/ 94034 h 188068"/>
                    <a:gd name="csX1" fmla="*/ 262647 w 525294"/>
                    <a:gd name="csY1" fmla="*/ 0 h 188068"/>
                    <a:gd name="csX2" fmla="*/ 525294 w 525294"/>
                    <a:gd name="csY2" fmla="*/ 94034 h 188068"/>
                    <a:gd name="csX3" fmla="*/ 262647 w 525294"/>
                    <a:gd name="csY3" fmla="*/ 188068 h 188068"/>
                    <a:gd name="csX4" fmla="*/ 0 w 525294"/>
                    <a:gd name="csY4" fmla="*/ 94034 h 188068"/>
                    <a:gd name="csX0" fmla="*/ 0 w 623481"/>
                    <a:gd name="csY0" fmla="*/ 94831 h 189220"/>
                    <a:gd name="csX1" fmla="*/ 262647 w 623481"/>
                    <a:gd name="csY1" fmla="*/ 797 h 189220"/>
                    <a:gd name="csX2" fmla="*/ 623481 w 623481"/>
                    <a:gd name="csY2" fmla="*/ 65276 h 189220"/>
                    <a:gd name="csX3" fmla="*/ 262647 w 623481"/>
                    <a:gd name="csY3" fmla="*/ 188865 h 189220"/>
                    <a:gd name="csX4" fmla="*/ 0 w 623481"/>
                    <a:gd name="csY4" fmla="*/ 94831 h 1892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23481" h="189220">
                      <a:moveTo>
                        <a:pt x="0" y="94831"/>
                      </a:moveTo>
                      <a:cubicBezTo>
                        <a:pt x="0" y="42897"/>
                        <a:pt x="158734" y="5723"/>
                        <a:pt x="262647" y="797"/>
                      </a:cubicBezTo>
                      <a:cubicBezTo>
                        <a:pt x="366560" y="-4129"/>
                        <a:pt x="623481" y="13342"/>
                        <a:pt x="623481" y="65276"/>
                      </a:cubicBezTo>
                      <a:cubicBezTo>
                        <a:pt x="623481" y="117210"/>
                        <a:pt x="366560" y="183939"/>
                        <a:pt x="262647" y="188865"/>
                      </a:cubicBezTo>
                      <a:cubicBezTo>
                        <a:pt x="158734" y="193791"/>
                        <a:pt x="0" y="146765"/>
                        <a:pt x="0" y="94831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8C306DC0-0C30-E2B3-0994-D3B8E345EF12}"/>
                  </a:ext>
                </a:extLst>
              </p:cNvPr>
              <p:cNvGrpSpPr/>
              <p:nvPr/>
            </p:nvGrpSpPr>
            <p:grpSpPr>
              <a:xfrm>
                <a:off x="7227222" y="1930639"/>
                <a:ext cx="973754" cy="2080193"/>
                <a:chOff x="7227222" y="1930639"/>
                <a:chExt cx="973754" cy="2080193"/>
              </a:xfrm>
            </p:grpSpPr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120D359B-CAB0-27CC-291B-20B657ABDBC5}"/>
                    </a:ext>
                  </a:extLst>
                </p:cNvPr>
                <p:cNvSpPr/>
                <p:nvPr/>
              </p:nvSpPr>
              <p:spPr>
                <a:xfrm rot="19517754">
                  <a:off x="7248555" y="2990469"/>
                  <a:ext cx="76216" cy="242001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E58185BF-DF56-FE45-DB93-F75C6F0E5A4B}"/>
                    </a:ext>
                  </a:extLst>
                </p:cNvPr>
                <p:cNvSpPr/>
                <p:nvPr/>
              </p:nvSpPr>
              <p:spPr>
                <a:xfrm rot="18820163">
                  <a:off x="7310115" y="3501139"/>
                  <a:ext cx="76216" cy="242001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79" name="Oval 78">
                  <a:extLst>
                    <a:ext uri="{FF2B5EF4-FFF2-40B4-BE49-F238E27FC236}">
                      <a16:creationId xmlns:a16="http://schemas.microsoft.com/office/drawing/2014/main" id="{EC6E48E6-6527-5255-5C5D-3471418E1D7F}"/>
                    </a:ext>
                  </a:extLst>
                </p:cNvPr>
                <p:cNvSpPr/>
                <p:nvPr/>
              </p:nvSpPr>
              <p:spPr>
                <a:xfrm rot="19517754">
                  <a:off x="7479772" y="2384897"/>
                  <a:ext cx="76216" cy="242001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D5B4DF12-6957-43AF-4F44-59ECE9B548B2}"/>
                    </a:ext>
                  </a:extLst>
                </p:cNvPr>
                <p:cNvSpPr/>
                <p:nvPr/>
              </p:nvSpPr>
              <p:spPr>
                <a:xfrm rot="21410552">
                  <a:off x="7675114" y="1948307"/>
                  <a:ext cx="76216" cy="242001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B5FD79F9-BA8D-FBBF-B976-AF53BF870098}"/>
                    </a:ext>
                  </a:extLst>
                </p:cNvPr>
                <p:cNvSpPr/>
                <p:nvPr/>
              </p:nvSpPr>
              <p:spPr>
                <a:xfrm rot="3007016">
                  <a:off x="8041868" y="1847746"/>
                  <a:ext cx="76216" cy="242001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82" name="Oval 81">
                  <a:extLst>
                    <a:ext uri="{FF2B5EF4-FFF2-40B4-BE49-F238E27FC236}">
                      <a16:creationId xmlns:a16="http://schemas.microsoft.com/office/drawing/2014/main" id="{5C1B5A33-40CF-4320-D694-54D8DA3D8192}"/>
                    </a:ext>
                  </a:extLst>
                </p:cNvPr>
                <p:cNvSpPr/>
                <p:nvPr/>
              </p:nvSpPr>
              <p:spPr>
                <a:xfrm rot="2523889">
                  <a:off x="7778190" y="2818234"/>
                  <a:ext cx="76216" cy="242001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682134E0-04FD-85FB-656D-886385879705}"/>
                    </a:ext>
                  </a:extLst>
                </p:cNvPr>
                <p:cNvSpPr/>
                <p:nvPr/>
              </p:nvSpPr>
              <p:spPr>
                <a:xfrm rot="2539258">
                  <a:off x="7897189" y="3289236"/>
                  <a:ext cx="76216" cy="242001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C47B3D0E-4B29-A3D0-EE06-442AB53F3134}"/>
                    </a:ext>
                  </a:extLst>
                </p:cNvPr>
                <p:cNvSpPr/>
                <p:nvPr/>
              </p:nvSpPr>
              <p:spPr>
                <a:xfrm rot="2699675">
                  <a:off x="7921482" y="3768831"/>
                  <a:ext cx="76216" cy="242001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78CB7286-71FE-8C78-1720-6187547DFC54}"/>
                    </a:ext>
                  </a:extLst>
                </p:cNvPr>
                <p:cNvSpPr/>
                <p:nvPr/>
              </p:nvSpPr>
              <p:spPr>
                <a:xfrm rot="3007016">
                  <a:off x="7908501" y="2278098"/>
                  <a:ext cx="76216" cy="242001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695082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Sanet Jooste</dc:creator>
  <cp:lastModifiedBy>Sanet Jooste</cp:lastModifiedBy>
  <cp:revision>1</cp:revision>
  <dcterms:created xsi:type="dcterms:W3CDTF">2026-07-28T03:32:44Z</dcterms:created>
  <dcterms:modified xsi:type="dcterms:W3CDTF">2026-07-28T03:47:52Z</dcterms:modified>
</cp:coreProperties>
</file>