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4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20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4CBD7-37A1-ED1A-496B-F32BACE695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5B1FF6-C601-B6D1-1081-A0EC128FF3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06F33-2CFF-A1E7-33C6-F619B85DC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28/07/2026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67C70-48C6-3C1F-4680-A08201966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8448C-1E02-7A64-F8E6-726F1FA67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35928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52A09-5EDE-66B7-7066-CDE143921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0760-5CE9-A913-79D1-451F8B576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A608B-840C-696F-A232-C8BA7C141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28/07/2026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3FD4B4-D3E6-605E-B77A-68CA49FFA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191FB1-E623-A2AF-1122-A281D0710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27311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CFC1-EE9F-A994-67CC-041EDDE22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FF234-EBB5-8816-2636-31756533C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DF46D-7C9E-2C88-C31F-96BF223CD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28/07/2026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A05E3-56E8-8962-3112-6E9BB898C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BC732-2494-5425-AACC-66E9DCB4A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76103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9D199-70CB-F57D-173C-C687B7DB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72711-4410-B35C-F882-925C52541A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5EFEBA-43D7-F91A-3174-2A3ADD54DB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AD0EB3-BA0C-AE7C-3928-9A463B0DE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28/07/2026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BDB06A-8074-BBD5-0411-3846B39DD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211025-D154-9B68-7443-4D5943598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72042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7C38B-6C7A-7B50-BC32-7E54E2D9C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38079B-3E3D-562B-3163-FB4E1DA45B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5A2E1C-EFFB-48C7-A975-CCC73FA7E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DF5CE3-E4FF-EA11-83C6-757214992D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27F6DD-2FF5-F928-11AD-ACB33308B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DDDFFA-F77D-AFB7-72A1-043419476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28/07/2026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F73263-F83E-38E6-6D99-E64FE94D1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BAA416-5A20-3954-FF51-1B1DE3135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21360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DC9C5-386A-2563-1077-865479F94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00BA14-1F74-79C6-0B84-672B4034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28/07/2026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820E1-CFA1-1082-5F3E-63F427C48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FE8141-6F90-5288-B6B8-9B445C95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71960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C1AD37-E10B-7F08-FC97-6066D03D4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28/07/2026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A57260-218D-D1AA-43B6-73E37D855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B3988-0299-1926-F6EA-AE6A7F98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72391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504BB-EA31-0065-BCCE-747CAD1C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0583A7-F87E-8CAE-B731-2BDC7F0E7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A065CE-BDB5-A4F3-15FF-DE7AB3694A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3FA41F-C981-D368-C6A0-D141803E8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28/07/2026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728E6E-AA12-577D-6590-A616742DB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FBA522-C799-18E3-781B-5D89957E8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034336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F2FE-4E40-C81A-FF1C-7285AFF86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FF5A44-97AC-B0E5-5DD3-50453E3AF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E5BFE9-BF16-FCAD-8749-047D46163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B4D87-BF53-4B32-FB13-7DA6D48AD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28/07/2026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6FF772-F753-8394-66F2-A3B199681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04DCCD-56AB-090E-4579-E94A076F1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93126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4439D-DC10-51A7-0E03-37CE2FCE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CA0735-793E-F8F2-D882-FC9AF1DEE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AB0CF-5B0F-8505-CD72-F8F3AD22F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28/07/2026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9764C-157A-71F6-A2A5-186FE2D3E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CE7E0-EE3F-37A9-EE34-771D3C1D9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731261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558049-F110-7FFE-519E-E5A39CCA91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31454D-3A1D-C357-08BC-D2DA96470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19EDA5-7F2E-FA9C-651E-B71910F70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28/07/2026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0B2CF6-2189-0BB4-7F24-C1F55192A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B7E0D3-F398-011C-2597-BC4E5AA1C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85352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CBC9A9-8EF4-3CA3-4BA1-BE8CD4F9D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D07E7-D7A2-97CF-164E-7AB47883CD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622179-B73D-A15D-C282-8505389432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1631A4-210E-4433-975B-A06E388530ED}" type="datetimeFigureOut">
              <a:rPr lang="en-NZ" smtClean="0"/>
              <a:t>28/07/2026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2CCB1-32D0-AE07-CA83-F4538EC5AF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34DD6-4BFD-A9ED-B420-329539E1D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91665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roup 199">
            <a:extLst>
              <a:ext uri="{FF2B5EF4-FFF2-40B4-BE49-F238E27FC236}">
                <a16:creationId xmlns:a16="http://schemas.microsoft.com/office/drawing/2014/main" id="{6D7F3C23-DDDB-19B3-F1F2-F34D6211C924}"/>
              </a:ext>
            </a:extLst>
          </p:cNvPr>
          <p:cNvGrpSpPr/>
          <p:nvPr/>
        </p:nvGrpSpPr>
        <p:grpSpPr>
          <a:xfrm>
            <a:off x="1572114" y="876164"/>
            <a:ext cx="3627157" cy="3810000"/>
            <a:chOff x="1572114" y="876164"/>
            <a:chExt cx="3627157" cy="3810000"/>
          </a:xfrm>
        </p:grpSpPr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4D9FD94C-BA54-73B2-34AA-6977C7397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788" r="16127"/>
            <a:stretch>
              <a:fillRect/>
            </a:stretch>
          </p:blipFill>
          <p:spPr>
            <a:xfrm>
              <a:off x="2091997" y="876164"/>
              <a:ext cx="2594042" cy="3810000"/>
            </a:xfrm>
            <a:prstGeom prst="rect">
              <a:avLst/>
            </a:prstGeom>
          </p:spPr>
        </p:pic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67D5D3FD-C692-0BFF-AE8D-1FD326338B3F}"/>
                </a:ext>
              </a:extLst>
            </p:cNvPr>
            <p:cNvGrpSpPr/>
            <p:nvPr/>
          </p:nvGrpSpPr>
          <p:grpSpPr>
            <a:xfrm>
              <a:off x="1572114" y="1745136"/>
              <a:ext cx="591053" cy="2470190"/>
              <a:chOff x="1763631" y="2008038"/>
              <a:chExt cx="591053" cy="2470190"/>
            </a:xfrm>
          </p:grpSpPr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467F0594-14C0-D6C6-74FF-9BFA8729E13D}"/>
                  </a:ext>
                </a:extLst>
              </p:cNvPr>
              <p:cNvSpPr/>
              <p:nvPr/>
            </p:nvSpPr>
            <p:spPr>
              <a:xfrm>
                <a:off x="1923562" y="2302743"/>
                <a:ext cx="257713" cy="2175485"/>
              </a:xfrm>
              <a:custGeom>
                <a:avLst/>
                <a:gdLst>
                  <a:gd name="csX0" fmla="*/ 571913 w 708101"/>
                  <a:gd name="csY0" fmla="*/ 2341123 h 2341123"/>
                  <a:gd name="csX1" fmla="*/ 1224 w 708101"/>
                  <a:gd name="csY1" fmla="*/ 1063557 h 2341123"/>
                  <a:gd name="csX2" fmla="*/ 708101 w 708101"/>
                  <a:gd name="csY2" fmla="*/ 0 h 2341123"/>
                  <a:gd name="csX3" fmla="*/ 708101 w 708101"/>
                  <a:gd name="csY3" fmla="*/ 0 h 23411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08101" h="2341123">
                    <a:moveTo>
                      <a:pt x="571913" y="2341123"/>
                    </a:moveTo>
                    <a:cubicBezTo>
                      <a:pt x="275219" y="1897433"/>
                      <a:pt x="-21474" y="1453744"/>
                      <a:pt x="1224" y="1063557"/>
                    </a:cubicBezTo>
                    <a:cubicBezTo>
                      <a:pt x="23922" y="673370"/>
                      <a:pt x="708101" y="0"/>
                      <a:pt x="708101" y="0"/>
                    </a:cubicBezTo>
                    <a:lnTo>
                      <a:pt x="708101" y="0"/>
                    </a:lnTo>
                  </a:path>
                </a:pathLst>
              </a:custGeom>
              <a:ln w="381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34" name="Oval 15">
                <a:extLst>
                  <a:ext uri="{FF2B5EF4-FFF2-40B4-BE49-F238E27FC236}">
                    <a16:creationId xmlns:a16="http://schemas.microsoft.com/office/drawing/2014/main" id="{49EDD626-69AA-158C-513D-16C37316CBD0}"/>
                  </a:ext>
                </a:extLst>
              </p:cNvPr>
              <p:cNvSpPr/>
              <p:nvPr/>
            </p:nvSpPr>
            <p:spPr>
              <a:xfrm rot="19286828">
                <a:off x="1996100" y="3897440"/>
                <a:ext cx="358584" cy="8390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38" name="Oval 15">
                <a:extLst>
                  <a:ext uri="{FF2B5EF4-FFF2-40B4-BE49-F238E27FC236}">
                    <a16:creationId xmlns:a16="http://schemas.microsoft.com/office/drawing/2014/main" id="{96942211-99B6-F2F2-9BD2-64368D84D695}"/>
                  </a:ext>
                </a:extLst>
              </p:cNvPr>
              <p:cNvSpPr/>
              <p:nvPr/>
            </p:nvSpPr>
            <p:spPr>
              <a:xfrm rot="18624200">
                <a:off x="2118585" y="2148778"/>
                <a:ext cx="327199" cy="45719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40" name="Oval 15">
                <a:extLst>
                  <a:ext uri="{FF2B5EF4-FFF2-40B4-BE49-F238E27FC236}">
                    <a16:creationId xmlns:a16="http://schemas.microsoft.com/office/drawing/2014/main" id="{93D0A112-9E76-9454-4EE8-FD39934F9E25}"/>
                  </a:ext>
                </a:extLst>
              </p:cNvPr>
              <p:cNvSpPr/>
              <p:nvPr/>
            </p:nvSpPr>
            <p:spPr>
              <a:xfrm rot="3067841" flipH="1">
                <a:off x="1587804" y="3263939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41" name="Oval 15">
                <a:extLst>
                  <a:ext uri="{FF2B5EF4-FFF2-40B4-BE49-F238E27FC236}">
                    <a16:creationId xmlns:a16="http://schemas.microsoft.com/office/drawing/2014/main" id="{DF89382F-8D65-381A-4E11-4D76003EF7AF}"/>
                  </a:ext>
                </a:extLst>
              </p:cNvPr>
              <p:cNvSpPr/>
              <p:nvPr/>
            </p:nvSpPr>
            <p:spPr>
              <a:xfrm rot="3683002" flipH="1">
                <a:off x="1680082" y="2801327"/>
                <a:ext cx="384004" cy="56911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42" name="Oval 15">
                <a:extLst>
                  <a:ext uri="{FF2B5EF4-FFF2-40B4-BE49-F238E27FC236}">
                    <a16:creationId xmlns:a16="http://schemas.microsoft.com/office/drawing/2014/main" id="{833AAF68-B170-5A64-1B3E-D7C29A55551F}"/>
                  </a:ext>
                </a:extLst>
              </p:cNvPr>
              <p:cNvSpPr/>
              <p:nvPr/>
            </p:nvSpPr>
            <p:spPr>
              <a:xfrm rot="5158366" flipH="1">
                <a:off x="1928466" y="2389480"/>
                <a:ext cx="271936" cy="55089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35" name="Oval 15">
                <a:extLst>
                  <a:ext uri="{FF2B5EF4-FFF2-40B4-BE49-F238E27FC236}">
                    <a16:creationId xmlns:a16="http://schemas.microsoft.com/office/drawing/2014/main" id="{F6E03288-2066-268E-D606-12C1BF17F96A}"/>
                  </a:ext>
                </a:extLst>
              </p:cNvPr>
              <p:cNvSpPr/>
              <p:nvPr/>
            </p:nvSpPr>
            <p:spPr>
              <a:xfrm rot="19286828">
                <a:off x="1907716" y="3497653"/>
                <a:ext cx="368562" cy="8625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37" name="Oval 15">
                <a:extLst>
                  <a:ext uri="{FF2B5EF4-FFF2-40B4-BE49-F238E27FC236}">
                    <a16:creationId xmlns:a16="http://schemas.microsoft.com/office/drawing/2014/main" id="{7993BAD1-8ED1-AA33-9A40-CD92A938FA5F}"/>
                  </a:ext>
                </a:extLst>
              </p:cNvPr>
              <p:cNvSpPr/>
              <p:nvPr/>
            </p:nvSpPr>
            <p:spPr>
              <a:xfrm rot="19286828">
                <a:off x="2004759" y="2607654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84" name="Oval 15">
                <a:extLst>
                  <a:ext uri="{FF2B5EF4-FFF2-40B4-BE49-F238E27FC236}">
                    <a16:creationId xmlns:a16="http://schemas.microsoft.com/office/drawing/2014/main" id="{8587D281-8BB3-F688-8B54-213D5B5A54D5}"/>
                  </a:ext>
                </a:extLst>
              </p:cNvPr>
              <p:cNvSpPr/>
              <p:nvPr/>
            </p:nvSpPr>
            <p:spPr>
              <a:xfrm rot="19286828">
                <a:off x="1922696" y="3037895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86" name="Oval 15">
                <a:extLst>
                  <a:ext uri="{FF2B5EF4-FFF2-40B4-BE49-F238E27FC236}">
                    <a16:creationId xmlns:a16="http://schemas.microsoft.com/office/drawing/2014/main" id="{4A647D9B-9360-FA8A-E13B-0ECFE627E90C}"/>
                  </a:ext>
                </a:extLst>
              </p:cNvPr>
              <p:cNvSpPr/>
              <p:nvPr/>
            </p:nvSpPr>
            <p:spPr>
              <a:xfrm rot="3067841" flipH="1">
                <a:off x="1649247" y="3704167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D19585BF-9B24-E092-853E-E2C3128A135D}"/>
                </a:ext>
              </a:extLst>
            </p:cNvPr>
            <p:cNvGrpSpPr/>
            <p:nvPr/>
          </p:nvGrpSpPr>
          <p:grpSpPr>
            <a:xfrm flipH="1">
              <a:off x="4608218" y="1769337"/>
              <a:ext cx="591053" cy="2470190"/>
              <a:chOff x="1763631" y="2008038"/>
              <a:chExt cx="591053" cy="2470190"/>
            </a:xfrm>
          </p:grpSpPr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A40C69A3-8F87-B780-87EF-0484563F07C0}"/>
                  </a:ext>
                </a:extLst>
              </p:cNvPr>
              <p:cNvSpPr/>
              <p:nvPr/>
            </p:nvSpPr>
            <p:spPr>
              <a:xfrm>
                <a:off x="1923562" y="2302743"/>
                <a:ext cx="257713" cy="2175485"/>
              </a:xfrm>
              <a:custGeom>
                <a:avLst/>
                <a:gdLst>
                  <a:gd name="csX0" fmla="*/ 571913 w 708101"/>
                  <a:gd name="csY0" fmla="*/ 2341123 h 2341123"/>
                  <a:gd name="csX1" fmla="*/ 1224 w 708101"/>
                  <a:gd name="csY1" fmla="*/ 1063557 h 2341123"/>
                  <a:gd name="csX2" fmla="*/ 708101 w 708101"/>
                  <a:gd name="csY2" fmla="*/ 0 h 2341123"/>
                  <a:gd name="csX3" fmla="*/ 708101 w 708101"/>
                  <a:gd name="csY3" fmla="*/ 0 h 23411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08101" h="2341123">
                    <a:moveTo>
                      <a:pt x="571913" y="2341123"/>
                    </a:moveTo>
                    <a:cubicBezTo>
                      <a:pt x="275219" y="1897433"/>
                      <a:pt x="-21474" y="1453744"/>
                      <a:pt x="1224" y="1063557"/>
                    </a:cubicBezTo>
                    <a:cubicBezTo>
                      <a:pt x="23922" y="673370"/>
                      <a:pt x="708101" y="0"/>
                      <a:pt x="708101" y="0"/>
                    </a:cubicBezTo>
                    <a:lnTo>
                      <a:pt x="708101" y="0"/>
                    </a:lnTo>
                  </a:path>
                </a:pathLst>
              </a:custGeom>
              <a:ln w="381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1" name="Oval 15">
                <a:extLst>
                  <a:ext uri="{FF2B5EF4-FFF2-40B4-BE49-F238E27FC236}">
                    <a16:creationId xmlns:a16="http://schemas.microsoft.com/office/drawing/2014/main" id="{176A25BD-8681-4EAC-4C8A-238765DAFF58}"/>
                  </a:ext>
                </a:extLst>
              </p:cNvPr>
              <p:cNvSpPr/>
              <p:nvPr/>
            </p:nvSpPr>
            <p:spPr>
              <a:xfrm rot="19286828">
                <a:off x="1996100" y="3897440"/>
                <a:ext cx="358584" cy="8390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2" name="Oval 15">
                <a:extLst>
                  <a:ext uri="{FF2B5EF4-FFF2-40B4-BE49-F238E27FC236}">
                    <a16:creationId xmlns:a16="http://schemas.microsoft.com/office/drawing/2014/main" id="{3EFC62B8-215B-0328-7A21-B0CBC75551FA}"/>
                  </a:ext>
                </a:extLst>
              </p:cNvPr>
              <p:cNvSpPr/>
              <p:nvPr/>
            </p:nvSpPr>
            <p:spPr>
              <a:xfrm rot="18624200">
                <a:off x="2118585" y="2148778"/>
                <a:ext cx="327199" cy="45719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3" name="Oval 15">
                <a:extLst>
                  <a:ext uri="{FF2B5EF4-FFF2-40B4-BE49-F238E27FC236}">
                    <a16:creationId xmlns:a16="http://schemas.microsoft.com/office/drawing/2014/main" id="{14DCDE01-CCD0-BA20-D404-1696D28476FC}"/>
                  </a:ext>
                </a:extLst>
              </p:cNvPr>
              <p:cNvSpPr/>
              <p:nvPr/>
            </p:nvSpPr>
            <p:spPr>
              <a:xfrm rot="3067841" flipH="1">
                <a:off x="1587804" y="3263939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4" name="Oval 15">
                <a:extLst>
                  <a:ext uri="{FF2B5EF4-FFF2-40B4-BE49-F238E27FC236}">
                    <a16:creationId xmlns:a16="http://schemas.microsoft.com/office/drawing/2014/main" id="{1F925E4B-1B32-A1FD-F5B1-3E47C2938F3E}"/>
                  </a:ext>
                </a:extLst>
              </p:cNvPr>
              <p:cNvSpPr/>
              <p:nvPr/>
            </p:nvSpPr>
            <p:spPr>
              <a:xfrm rot="3683002" flipH="1">
                <a:off x="1680082" y="2801327"/>
                <a:ext cx="384004" cy="56911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5" name="Oval 15">
                <a:extLst>
                  <a:ext uri="{FF2B5EF4-FFF2-40B4-BE49-F238E27FC236}">
                    <a16:creationId xmlns:a16="http://schemas.microsoft.com/office/drawing/2014/main" id="{F3A3E03C-9E41-E290-5735-62602AE27704}"/>
                  </a:ext>
                </a:extLst>
              </p:cNvPr>
              <p:cNvSpPr/>
              <p:nvPr/>
            </p:nvSpPr>
            <p:spPr>
              <a:xfrm rot="5158366" flipH="1">
                <a:off x="1928466" y="2389480"/>
                <a:ext cx="271936" cy="55089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6" name="Oval 15">
                <a:extLst>
                  <a:ext uri="{FF2B5EF4-FFF2-40B4-BE49-F238E27FC236}">
                    <a16:creationId xmlns:a16="http://schemas.microsoft.com/office/drawing/2014/main" id="{87CC09F7-FC31-5B92-B763-5C0E2E463ACE}"/>
                  </a:ext>
                </a:extLst>
              </p:cNvPr>
              <p:cNvSpPr/>
              <p:nvPr/>
            </p:nvSpPr>
            <p:spPr>
              <a:xfrm rot="19286828">
                <a:off x="1907716" y="3497653"/>
                <a:ext cx="368562" cy="8625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7" name="Oval 15">
                <a:extLst>
                  <a:ext uri="{FF2B5EF4-FFF2-40B4-BE49-F238E27FC236}">
                    <a16:creationId xmlns:a16="http://schemas.microsoft.com/office/drawing/2014/main" id="{B0AC650D-C1EA-63D3-889A-5B5D3E9C05EA}"/>
                  </a:ext>
                </a:extLst>
              </p:cNvPr>
              <p:cNvSpPr/>
              <p:nvPr/>
            </p:nvSpPr>
            <p:spPr>
              <a:xfrm rot="19286828">
                <a:off x="2004759" y="2607654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8" name="Oval 15">
                <a:extLst>
                  <a:ext uri="{FF2B5EF4-FFF2-40B4-BE49-F238E27FC236}">
                    <a16:creationId xmlns:a16="http://schemas.microsoft.com/office/drawing/2014/main" id="{113FAD49-DD0A-AC2A-BB91-D82459146DE9}"/>
                  </a:ext>
                </a:extLst>
              </p:cNvPr>
              <p:cNvSpPr/>
              <p:nvPr/>
            </p:nvSpPr>
            <p:spPr>
              <a:xfrm rot="19286828">
                <a:off x="1922696" y="3037895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9" name="Oval 15">
                <a:extLst>
                  <a:ext uri="{FF2B5EF4-FFF2-40B4-BE49-F238E27FC236}">
                    <a16:creationId xmlns:a16="http://schemas.microsoft.com/office/drawing/2014/main" id="{2549A6CF-8764-D540-B5BE-4CF708804C3D}"/>
                  </a:ext>
                </a:extLst>
              </p:cNvPr>
              <p:cNvSpPr/>
              <p:nvPr/>
            </p:nvSpPr>
            <p:spPr>
              <a:xfrm rot="3067841" flipH="1">
                <a:off x="1649247" y="3704167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95082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A1A9FE-F415-8CA7-0F74-ACD579DD1D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634" y="1523835"/>
            <a:ext cx="3456732" cy="3810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832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8AE39-2E55-B6F0-B796-D40BA4350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DF721-31B4-4F4C-7FF3-FE3146EEB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D751AC-D24A-A68C-B604-8EEFA3AD1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0877" y="1523835"/>
            <a:ext cx="4310246" cy="3810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373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Sanet Jooste</dc:creator>
  <cp:lastModifiedBy>Sanet Jooste</cp:lastModifiedBy>
  <cp:revision>2</cp:revision>
  <dcterms:created xsi:type="dcterms:W3CDTF">2026-07-28T03:32:44Z</dcterms:created>
  <dcterms:modified xsi:type="dcterms:W3CDTF">2026-07-28T08:55:47Z</dcterms:modified>
</cp:coreProperties>
</file>